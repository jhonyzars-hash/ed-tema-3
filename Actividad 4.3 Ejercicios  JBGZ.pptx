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5" r:id="rId3"/>
    <p:sldId id="262" r:id="rId4"/>
    <p:sldId id="257" r:id="rId5"/>
    <p:sldId id="258" r:id="rId6"/>
    <p:sldId id="259" r:id="rId7"/>
    <p:sldId id="263" r:id="rId8"/>
    <p:sldId id="266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756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8638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9255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8325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6325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4485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5829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96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2425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439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1926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50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367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/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6" r="23395" b="34652"/>
          <a:stretch/>
        </p:blipFill>
        <p:spPr bwMode="auto">
          <a:xfrm>
            <a:off x="-212351" y="297151"/>
            <a:ext cx="2493645" cy="6448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n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184" y="330806"/>
            <a:ext cx="1768475" cy="8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234" y="297151"/>
            <a:ext cx="1422400" cy="80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76" b="33019"/>
          <a:stretch/>
        </p:blipFill>
        <p:spPr bwMode="auto">
          <a:xfrm>
            <a:off x="5631584" y="333981"/>
            <a:ext cx="1971675" cy="7048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CuadroTexto 7"/>
          <p:cNvSpPr txBox="1"/>
          <p:nvPr/>
        </p:nvSpPr>
        <p:spPr>
          <a:xfrm>
            <a:off x="3066184" y="1256145"/>
            <a:ext cx="7038109" cy="5119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</a:pPr>
            <a:r>
              <a:rPr lang="es-MX" sz="1200" b="1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ECNOLÓGICO NACIONAL DE MÉXICO</a:t>
            </a:r>
            <a:endParaRPr lang="es-MX" sz="11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200000"/>
              </a:lnSpc>
              <a:spcAft>
                <a:spcPts val="800"/>
              </a:spcAft>
            </a:pP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INSTITUTO TECNOLÓGICO DE FRONTERA COMALAPA</a:t>
            </a:r>
          </a:p>
          <a:p>
            <a:pPr algn="ctr">
              <a:spcAft>
                <a:spcPts val="800"/>
              </a:spcAft>
              <a:tabLst>
                <a:tab pos="1130300" algn="l"/>
              </a:tabLst>
            </a:pP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Alumno</a:t>
            </a: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  <a:tabLst>
                <a:tab pos="1130300" algn="l"/>
              </a:tabLst>
            </a:pPr>
            <a:r>
              <a:rPr lang="es-MX" sz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Jhony</a:t>
            </a: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Benjamín Gómez Zacarías 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  <a:tabLst>
                <a:tab pos="1130300" algn="l"/>
              </a:tabLst>
            </a:pP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  <a:tabLst>
                <a:tab pos="1130300" algn="l"/>
              </a:tabLst>
            </a:pP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Francisco Javier Velázquez Mingo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  <a:tabLst>
                <a:tab pos="1130300" algn="l"/>
              </a:tabLst>
            </a:pP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Materia</a:t>
            </a: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  <a:tabLst>
                <a:tab pos="1130300" algn="l"/>
              </a:tabLst>
            </a:pP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Estructura de datos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  <a:tabLst>
                <a:tab pos="1130300" algn="l"/>
              </a:tabLst>
            </a:pP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Carrera: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tabLst>
                <a:tab pos="1130300" algn="l"/>
              </a:tabLst>
            </a:pP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Ingeniería en Sistemas Computacionales 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  <a:tabLst>
                <a:tab pos="1130300" algn="l"/>
              </a:tabLst>
            </a:pPr>
            <a:endParaRPr lang="es-MX" sz="12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tabLst>
                <a:tab pos="1130300" algn="l"/>
              </a:tabLst>
            </a:pP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Semestre:</a:t>
            </a: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03	 </a:t>
            </a: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Numero de control:</a:t>
            </a: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241260006</a:t>
            </a:r>
          </a:p>
          <a:p>
            <a:pPr algn="ctr">
              <a:lnSpc>
                <a:spcPct val="250000"/>
              </a:lnSpc>
              <a:spcAft>
                <a:spcPts val="800"/>
              </a:spcAft>
              <a:tabLst>
                <a:tab pos="1130300" algn="l"/>
              </a:tabLst>
            </a:pP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s-MX" sz="1200" b="1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 de texto 9"/>
          <p:cNvSpPr txBox="1"/>
          <p:nvPr/>
        </p:nvSpPr>
        <p:spPr>
          <a:xfrm>
            <a:off x="5631584" y="5699992"/>
            <a:ext cx="3457575" cy="279400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Frontera Comalapa </a:t>
            </a:r>
            <a:r>
              <a:rPr lang="es-MX" sz="12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Chis  </a:t>
            </a:r>
            <a:r>
              <a:rPr lang="es-MX" sz="120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29 noviembre 2025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77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542471" y="932872"/>
            <a:ext cx="898698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Introducción</a:t>
            </a:r>
            <a:endParaRPr lang="es-MX" sz="2800" b="1" dirty="0"/>
          </a:p>
          <a:p>
            <a:pPr algn="just"/>
            <a:endParaRPr lang="es-MX" dirty="0"/>
          </a:p>
          <a:p>
            <a:pPr algn="just">
              <a:lnSpc>
                <a:spcPct val="150000"/>
              </a:lnSpc>
            </a:pPr>
            <a:r>
              <a:rPr lang="es-MX" sz="2400" dirty="0"/>
              <a:t>En este proyecto se desarrolló una aplicación sencilla en </a:t>
            </a:r>
            <a:r>
              <a:rPr lang="es-MX" sz="2400" dirty="0" err="1"/>
              <a:t>JavaFX</a:t>
            </a:r>
            <a:r>
              <a:rPr lang="es-MX" sz="2400" dirty="0"/>
              <a:t> sobre el tema de Métodos de Ordenamiento. El programa cuenta con una ventana de bienvenida, un menú principal y una ventana donde se ingresan números para ordenarlos con distintos algoritmos, mostrando el resultado en pantalla.</a:t>
            </a:r>
          </a:p>
        </p:txBody>
      </p:sp>
    </p:spTree>
    <p:extLst>
      <p:ext uri="{BB962C8B-B14F-4D97-AF65-F5344CB8AC3E}">
        <p14:creationId xmlns:p14="http://schemas.microsoft.com/office/powerpoint/2010/main" val="3952100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246908" y="969818"/>
            <a:ext cx="898698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Justificación</a:t>
            </a:r>
            <a:endParaRPr lang="es-MX" sz="2800" b="1" dirty="0"/>
          </a:p>
          <a:p>
            <a:pPr algn="just"/>
            <a:endParaRPr lang="es-MX" dirty="0"/>
          </a:p>
          <a:p>
            <a:pPr algn="just">
              <a:lnSpc>
                <a:spcPct val="150000"/>
              </a:lnSpc>
            </a:pPr>
            <a:r>
              <a:rPr lang="es-MX" sz="2400" dirty="0"/>
              <a:t>Se realizó este proyecto para practicar de forma más clara los ordenamientos, ya que al ingresar datos y ver el resultado se entiende mejor el proceso que solo hacerlo en papel. Además, permite aplicar varios métodos y observar cómo cambian los resultados según el algoritmo seleccionado.</a:t>
            </a:r>
          </a:p>
        </p:txBody>
      </p:sp>
    </p:spTree>
    <p:extLst>
      <p:ext uri="{BB962C8B-B14F-4D97-AF65-F5344CB8AC3E}">
        <p14:creationId xmlns:p14="http://schemas.microsoft.com/office/powerpoint/2010/main" val="1151564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7832436" y="226417"/>
            <a:ext cx="4359564" cy="32810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>
              <a:lnSpc>
                <a:spcPct val="150000"/>
              </a:lnSpc>
            </a:pPr>
            <a:r>
              <a:rPr lang="es-ES" sz="2000" b="1" dirty="0"/>
              <a:t>Ventana de Bienvenida</a:t>
            </a:r>
          </a:p>
          <a:p>
            <a:pPr algn="just">
              <a:lnSpc>
                <a:spcPct val="150000"/>
              </a:lnSpc>
            </a:pPr>
            <a:r>
              <a:rPr lang="es-MX" dirty="0"/>
              <a:t>En esta pantalla se muestra el mensaje de bienvenida y el botón Entrar, que permite iniciar el programa y pasar al menú </a:t>
            </a:r>
            <a:r>
              <a:rPr lang="es-MX" dirty="0" err="1"/>
              <a:t>principal.Sirve</a:t>
            </a:r>
            <a:r>
              <a:rPr lang="es-MX" dirty="0"/>
              <a:t> para que el usuario tenga un inicio claro antes de comenzar a usar las opciones.	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68" y="431498"/>
            <a:ext cx="7324658" cy="525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93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7832436" y="226417"/>
            <a:ext cx="4359564" cy="40149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>
              <a:lnSpc>
                <a:spcPct val="150000"/>
              </a:lnSpc>
            </a:pPr>
            <a:r>
              <a:rPr lang="es-ES" sz="2000" b="1" dirty="0"/>
              <a:t>Menú principal </a:t>
            </a:r>
          </a:p>
          <a:p>
            <a:pPr algn="just">
              <a:lnSpc>
                <a:spcPct val="150000"/>
              </a:lnSpc>
            </a:pPr>
            <a:r>
              <a:rPr lang="es-ES" sz="2000" dirty="0"/>
              <a:t/>
            </a:r>
            <a:br>
              <a:rPr lang="es-ES" sz="2000" dirty="0"/>
            </a:br>
            <a:r>
              <a:rPr lang="es-MX" sz="2000" dirty="0"/>
              <a:t>Aquí se muestra la opción Ordenamientos, para que el usuario pueda entrar directamente a la ventana principal del </a:t>
            </a:r>
            <a:r>
              <a:rPr lang="es-MX" sz="2000" dirty="0" err="1"/>
              <a:t>programa.También</a:t>
            </a:r>
            <a:r>
              <a:rPr lang="es-MX" sz="2000" dirty="0"/>
              <a:t> incluye un botón de Regresar para volver a la bienvenida.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68" y="985514"/>
            <a:ext cx="7467040" cy="521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625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7823200" y="263361"/>
            <a:ext cx="4359564" cy="4476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>
              <a:lnSpc>
                <a:spcPct val="150000"/>
              </a:lnSpc>
            </a:pPr>
            <a:r>
              <a:rPr lang="es-ES" sz="2000" b="1" dirty="0"/>
              <a:t>Ventana de ordenamientos</a:t>
            </a:r>
            <a:r>
              <a:rPr lang="es-ES" sz="2000" dirty="0"/>
              <a:t/>
            </a:r>
            <a:br>
              <a:rPr lang="es-ES" sz="2000" dirty="0"/>
            </a:br>
            <a:endParaRPr lang="es-ES" sz="2000" dirty="0"/>
          </a:p>
          <a:p>
            <a:pPr algn="just">
              <a:lnSpc>
                <a:spcPct val="150000"/>
              </a:lnSpc>
            </a:pPr>
            <a:r>
              <a:rPr lang="es-MX" sz="2000" dirty="0"/>
              <a:t>En esta ventana se ingresan números separados por coma, se selecciona el método de ordenamiento (burbuja, selección, inserción, </a:t>
            </a:r>
            <a:r>
              <a:rPr lang="es-MX" sz="2000" dirty="0" err="1"/>
              <a:t>merge</a:t>
            </a:r>
            <a:r>
              <a:rPr lang="es-MX" sz="2000" dirty="0"/>
              <a:t> o </a:t>
            </a:r>
            <a:r>
              <a:rPr lang="es-MX" sz="2000" dirty="0" err="1"/>
              <a:t>quick</a:t>
            </a:r>
            <a:r>
              <a:rPr lang="es-MX" sz="2000" dirty="0"/>
              <a:t>) y se presiona </a:t>
            </a:r>
            <a:r>
              <a:rPr lang="es-MX" sz="2000" dirty="0" err="1"/>
              <a:t>Ordenar.Los</a:t>
            </a:r>
            <a:r>
              <a:rPr lang="es-MX" sz="2000" dirty="0"/>
              <a:t> resultados se muestran en un área de texto con el arreglo original y el arreglo ordenado.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362" y="966544"/>
            <a:ext cx="7372794" cy="534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69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551708" y="979055"/>
            <a:ext cx="8986982" cy="3574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Conclusión</a:t>
            </a:r>
            <a:endParaRPr lang="es-MX" sz="2800" b="1" dirty="0"/>
          </a:p>
          <a:p>
            <a:pPr algn="just"/>
            <a:endParaRPr lang="es-MX" dirty="0"/>
          </a:p>
          <a:p>
            <a:pPr algn="just">
              <a:lnSpc>
                <a:spcPct val="150000"/>
              </a:lnSpc>
            </a:pPr>
            <a:r>
              <a:rPr lang="es-MX" sz="2400" dirty="0"/>
              <a:t>Con este proyecto se logró aplicar el tema de métodos de ordenamiento de manera práctica, usando una interfaz simple para ingresar datos y ver resultados. En general, el programa quedó organizado por ventanas y funciones, lo que facilita su comprensión y posible modificación.</a:t>
            </a:r>
          </a:p>
        </p:txBody>
      </p:sp>
    </p:spTree>
    <p:extLst>
      <p:ext uri="{BB962C8B-B14F-4D97-AF65-F5344CB8AC3E}">
        <p14:creationId xmlns:p14="http://schemas.microsoft.com/office/powerpoint/2010/main" val="1504269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366981" y="969818"/>
            <a:ext cx="898698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Fuentes de información </a:t>
            </a:r>
          </a:p>
          <a:p>
            <a:pPr algn="ctr"/>
            <a:endParaRPr lang="es-MX" sz="3200" b="1" dirty="0"/>
          </a:p>
          <a:p>
            <a:pPr algn="just">
              <a:lnSpc>
                <a:spcPct val="150000"/>
              </a:lnSpc>
            </a:pPr>
            <a:r>
              <a:rPr lang="es-MX" sz="2400" dirty="0"/>
              <a:t>Todos los ejercicios se iniciaron en la clase de la materia Estructura de datos con la ayuda del Ing. Francisco Javier, t</a:t>
            </a:r>
            <a:r>
              <a:rPr lang="es-ES" sz="2400" dirty="0" err="1"/>
              <a:t>ambién</a:t>
            </a:r>
            <a:r>
              <a:rPr lang="es-ES" sz="2400" dirty="0"/>
              <a:t> se usaron dos herramientas importantes para realizar los ejercicios, las cuales fueron </a:t>
            </a:r>
            <a:r>
              <a:rPr lang="es-ES" sz="2400" dirty="0" err="1"/>
              <a:t>IntelliJ</a:t>
            </a:r>
            <a:r>
              <a:rPr lang="es-ES" sz="2400" dirty="0"/>
              <a:t> IDEA y </a:t>
            </a:r>
            <a:r>
              <a:rPr lang="es-ES" sz="2400" dirty="0" err="1"/>
              <a:t>Scene</a:t>
            </a:r>
            <a:r>
              <a:rPr lang="es-ES" sz="2400" dirty="0"/>
              <a:t> </a:t>
            </a:r>
            <a:r>
              <a:rPr lang="es-ES" sz="2400" dirty="0" err="1"/>
              <a:t>Builder</a:t>
            </a:r>
            <a:r>
              <a:rPr lang="es-ES" sz="2400" dirty="0"/>
              <a:t>. </a:t>
            </a:r>
            <a:r>
              <a:rPr lang="es-ES" sz="2400" dirty="0" err="1"/>
              <a:t>IntelliJ</a:t>
            </a:r>
            <a:r>
              <a:rPr lang="es-ES" sz="2400" dirty="0"/>
              <a:t> IDEA se utilizó para escribir, organizar y ejecutar el código en Java, mientras que </a:t>
            </a:r>
            <a:r>
              <a:rPr lang="es-ES" sz="2400" dirty="0" err="1"/>
              <a:t>Scene</a:t>
            </a:r>
            <a:r>
              <a:rPr lang="es-ES" sz="2400" dirty="0"/>
              <a:t> </a:t>
            </a:r>
            <a:r>
              <a:rPr lang="es-ES" sz="2400" dirty="0" err="1"/>
              <a:t>Builder</a:t>
            </a:r>
            <a:r>
              <a:rPr lang="es-ES" sz="2400" dirty="0"/>
              <a:t> se empleó para diseñar las interfaces gráficas de forma visual.</a:t>
            </a:r>
            <a:endParaRPr lang="es-MX" sz="2000" dirty="0"/>
          </a:p>
          <a:p>
            <a:pPr algn="jus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837902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</TotalTime>
  <Words>316</Words>
  <Application>Microsoft Office PowerPoint</Application>
  <PresentationFormat>Panorámica</PresentationFormat>
  <Paragraphs>36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Arial Narrow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Full name</dc:creator>
  <cp:lastModifiedBy>Full name</cp:lastModifiedBy>
  <cp:revision>17</cp:revision>
  <dcterms:created xsi:type="dcterms:W3CDTF">2025-12-13T00:56:47Z</dcterms:created>
  <dcterms:modified xsi:type="dcterms:W3CDTF">2025-12-14T18:47:26Z</dcterms:modified>
</cp:coreProperties>
</file>