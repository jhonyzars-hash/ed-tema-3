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sldIdLst>
    <p:sldId id="256" r:id="rId2"/>
    <p:sldId id="265" r:id="rId3"/>
    <p:sldId id="262" r:id="rId4"/>
    <p:sldId id="257" r:id="rId5"/>
    <p:sldId id="258" r:id="rId6"/>
    <p:sldId id="259" r:id="rId7"/>
    <p:sldId id="260" r:id="rId8"/>
    <p:sldId id="261" r:id="rId9"/>
    <p:sldId id="267" r:id="rId10"/>
    <p:sldId id="263" r:id="rId11"/>
    <p:sldId id="266" r:id="rId12"/>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43" d="100"/>
          <a:sy n="43" d="100"/>
        </p:scale>
        <p:origin x="756" y="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smtClean="0"/>
              <a:t>Haga clic para modificar el estilo de título del patrón</a:t>
            </a:r>
            <a:endParaRPr lang="es-MX"/>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smtClean="0"/>
              <a:t>Haga clic para modificar el estilo de subtítulo del patrón</a:t>
            </a:r>
            <a:endParaRPr lang="es-MX"/>
          </a:p>
        </p:txBody>
      </p:sp>
      <p:sp>
        <p:nvSpPr>
          <p:cNvPr id="4" name="Marcador de fecha 3"/>
          <p:cNvSpPr>
            <a:spLocks noGrp="1"/>
          </p:cNvSpPr>
          <p:nvPr>
            <p:ph type="dt" sz="half" idx="10"/>
          </p:nvPr>
        </p:nvSpPr>
        <p:spPr/>
        <p:txBody>
          <a:bodyPr/>
          <a:lstStyle/>
          <a:p>
            <a:fld id="{1A6D9B4B-7BA0-4F06-A767-B7EC4C3F4191}" type="datetimeFigureOut">
              <a:rPr lang="es-MX" smtClean="0"/>
              <a:t>14/12/2025</a:t>
            </a:fld>
            <a:endParaRPr lang="es-MX"/>
          </a:p>
        </p:txBody>
      </p:sp>
      <p:sp>
        <p:nvSpPr>
          <p:cNvPr id="5" name="Marcador de pie de página 4"/>
          <p:cNvSpPr>
            <a:spLocks noGrp="1"/>
          </p:cNvSpPr>
          <p:nvPr>
            <p:ph type="ftr" sz="quarter" idx="11"/>
          </p:nvPr>
        </p:nvSpPr>
        <p:spPr/>
        <p:txBody>
          <a:bodyPr/>
          <a:lstStyle/>
          <a:p>
            <a:endParaRPr lang="es-MX"/>
          </a:p>
        </p:txBody>
      </p:sp>
      <p:sp>
        <p:nvSpPr>
          <p:cNvPr id="6" name="Marcador de número de diapositiva 5"/>
          <p:cNvSpPr>
            <a:spLocks noGrp="1"/>
          </p:cNvSpPr>
          <p:nvPr>
            <p:ph type="sldNum" sz="quarter" idx="12"/>
          </p:nvPr>
        </p:nvSpPr>
        <p:spPr/>
        <p:txBody>
          <a:bodyPr/>
          <a:lstStyle/>
          <a:p>
            <a:fld id="{3C634317-EF71-4F86-AC51-7492759C58F3}" type="slidenum">
              <a:rPr lang="es-MX" smtClean="0"/>
              <a:t>‹Nº›</a:t>
            </a:fld>
            <a:endParaRPr lang="es-MX"/>
          </a:p>
        </p:txBody>
      </p:sp>
    </p:spTree>
    <p:extLst>
      <p:ext uri="{BB962C8B-B14F-4D97-AF65-F5344CB8AC3E}">
        <p14:creationId xmlns:p14="http://schemas.microsoft.com/office/powerpoint/2010/main" val="40086386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MX"/>
          </a:p>
        </p:txBody>
      </p:sp>
      <p:sp>
        <p:nvSpPr>
          <p:cNvPr id="3" name="Marcador de contenido 2"/>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4" name="Marcador de fecha 3"/>
          <p:cNvSpPr>
            <a:spLocks noGrp="1"/>
          </p:cNvSpPr>
          <p:nvPr>
            <p:ph type="dt" sz="half" idx="10"/>
          </p:nvPr>
        </p:nvSpPr>
        <p:spPr/>
        <p:txBody>
          <a:bodyPr/>
          <a:lstStyle/>
          <a:p>
            <a:fld id="{1A6D9B4B-7BA0-4F06-A767-B7EC4C3F4191}" type="datetimeFigureOut">
              <a:rPr lang="es-MX" smtClean="0"/>
              <a:t>14/12/2025</a:t>
            </a:fld>
            <a:endParaRPr lang="es-MX"/>
          </a:p>
        </p:txBody>
      </p:sp>
      <p:sp>
        <p:nvSpPr>
          <p:cNvPr id="5" name="Marcador de pie de página 4"/>
          <p:cNvSpPr>
            <a:spLocks noGrp="1"/>
          </p:cNvSpPr>
          <p:nvPr>
            <p:ph type="ftr" sz="quarter" idx="11"/>
          </p:nvPr>
        </p:nvSpPr>
        <p:spPr/>
        <p:txBody>
          <a:bodyPr/>
          <a:lstStyle/>
          <a:p>
            <a:endParaRPr lang="es-MX"/>
          </a:p>
        </p:txBody>
      </p:sp>
      <p:sp>
        <p:nvSpPr>
          <p:cNvPr id="6" name="Marcador de número de diapositiva 5"/>
          <p:cNvSpPr>
            <a:spLocks noGrp="1"/>
          </p:cNvSpPr>
          <p:nvPr>
            <p:ph type="sldNum" sz="quarter" idx="12"/>
          </p:nvPr>
        </p:nvSpPr>
        <p:spPr/>
        <p:txBody>
          <a:bodyPr/>
          <a:lstStyle/>
          <a:p>
            <a:fld id="{3C634317-EF71-4F86-AC51-7492759C58F3}" type="slidenum">
              <a:rPr lang="es-MX" smtClean="0"/>
              <a:t>‹Nº›</a:t>
            </a:fld>
            <a:endParaRPr lang="es-MX"/>
          </a:p>
        </p:txBody>
      </p:sp>
    </p:spTree>
    <p:extLst>
      <p:ext uri="{BB962C8B-B14F-4D97-AF65-F5344CB8AC3E}">
        <p14:creationId xmlns:p14="http://schemas.microsoft.com/office/powerpoint/2010/main" val="9892551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smtClean="0"/>
              <a:t>Haga clic para modificar el estilo de título del patrón</a:t>
            </a:r>
            <a:endParaRPr lang="es-MX"/>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smtClean="0"/>
              <a:t>Haga clic para modificar el estilo de texto del patrón</a:t>
            </a:r>
          </a:p>
        </p:txBody>
      </p:sp>
      <p:sp>
        <p:nvSpPr>
          <p:cNvPr id="4" name="Marcador de fecha 3"/>
          <p:cNvSpPr>
            <a:spLocks noGrp="1"/>
          </p:cNvSpPr>
          <p:nvPr>
            <p:ph type="dt" sz="half" idx="10"/>
          </p:nvPr>
        </p:nvSpPr>
        <p:spPr/>
        <p:txBody>
          <a:bodyPr/>
          <a:lstStyle/>
          <a:p>
            <a:fld id="{1A6D9B4B-7BA0-4F06-A767-B7EC4C3F4191}" type="datetimeFigureOut">
              <a:rPr lang="es-MX" smtClean="0"/>
              <a:t>14/12/2025</a:t>
            </a:fld>
            <a:endParaRPr lang="es-MX"/>
          </a:p>
        </p:txBody>
      </p:sp>
      <p:sp>
        <p:nvSpPr>
          <p:cNvPr id="5" name="Marcador de pie de página 4"/>
          <p:cNvSpPr>
            <a:spLocks noGrp="1"/>
          </p:cNvSpPr>
          <p:nvPr>
            <p:ph type="ftr" sz="quarter" idx="11"/>
          </p:nvPr>
        </p:nvSpPr>
        <p:spPr/>
        <p:txBody>
          <a:bodyPr/>
          <a:lstStyle/>
          <a:p>
            <a:endParaRPr lang="es-MX"/>
          </a:p>
        </p:txBody>
      </p:sp>
      <p:sp>
        <p:nvSpPr>
          <p:cNvPr id="6" name="Marcador de número de diapositiva 5"/>
          <p:cNvSpPr>
            <a:spLocks noGrp="1"/>
          </p:cNvSpPr>
          <p:nvPr>
            <p:ph type="sldNum" sz="quarter" idx="12"/>
          </p:nvPr>
        </p:nvSpPr>
        <p:spPr/>
        <p:txBody>
          <a:bodyPr/>
          <a:lstStyle/>
          <a:p>
            <a:fld id="{3C634317-EF71-4F86-AC51-7492759C58F3}" type="slidenum">
              <a:rPr lang="es-MX" smtClean="0"/>
              <a:t>‹Nº›</a:t>
            </a:fld>
            <a:endParaRPr lang="es-MX"/>
          </a:p>
        </p:txBody>
      </p:sp>
    </p:spTree>
    <p:extLst>
      <p:ext uri="{BB962C8B-B14F-4D97-AF65-F5344CB8AC3E}">
        <p14:creationId xmlns:p14="http://schemas.microsoft.com/office/powerpoint/2010/main" val="11383255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MX"/>
          </a:p>
        </p:txBody>
      </p:sp>
      <p:sp>
        <p:nvSpPr>
          <p:cNvPr id="3" name="Marcador de contenido 2"/>
          <p:cNvSpPr>
            <a:spLocks noGrp="1"/>
          </p:cNvSpPr>
          <p:nvPr>
            <p:ph sz="half" idx="1"/>
          </p:nvPr>
        </p:nvSpPr>
        <p:spPr>
          <a:xfrm>
            <a:off x="838200" y="1825625"/>
            <a:ext cx="5181600" cy="435133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4" name="Marcador de contenido 3"/>
          <p:cNvSpPr>
            <a:spLocks noGrp="1"/>
          </p:cNvSpPr>
          <p:nvPr>
            <p:ph sz="half" idx="2"/>
          </p:nvPr>
        </p:nvSpPr>
        <p:spPr>
          <a:xfrm>
            <a:off x="6172200" y="1825625"/>
            <a:ext cx="5181600" cy="435133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5" name="Marcador de fecha 4"/>
          <p:cNvSpPr>
            <a:spLocks noGrp="1"/>
          </p:cNvSpPr>
          <p:nvPr>
            <p:ph type="dt" sz="half" idx="10"/>
          </p:nvPr>
        </p:nvSpPr>
        <p:spPr/>
        <p:txBody>
          <a:bodyPr/>
          <a:lstStyle/>
          <a:p>
            <a:fld id="{1A6D9B4B-7BA0-4F06-A767-B7EC4C3F4191}" type="datetimeFigureOut">
              <a:rPr lang="es-MX" smtClean="0"/>
              <a:t>14/12/2025</a:t>
            </a:fld>
            <a:endParaRPr lang="es-MX"/>
          </a:p>
        </p:txBody>
      </p:sp>
      <p:sp>
        <p:nvSpPr>
          <p:cNvPr id="6" name="Marcador de pie de página 5"/>
          <p:cNvSpPr>
            <a:spLocks noGrp="1"/>
          </p:cNvSpPr>
          <p:nvPr>
            <p:ph type="ftr" sz="quarter" idx="11"/>
          </p:nvPr>
        </p:nvSpPr>
        <p:spPr/>
        <p:txBody>
          <a:bodyPr/>
          <a:lstStyle/>
          <a:p>
            <a:endParaRPr lang="es-MX"/>
          </a:p>
        </p:txBody>
      </p:sp>
      <p:sp>
        <p:nvSpPr>
          <p:cNvPr id="7" name="Marcador de número de diapositiva 6"/>
          <p:cNvSpPr>
            <a:spLocks noGrp="1"/>
          </p:cNvSpPr>
          <p:nvPr>
            <p:ph type="sldNum" sz="quarter" idx="12"/>
          </p:nvPr>
        </p:nvSpPr>
        <p:spPr/>
        <p:txBody>
          <a:bodyPr/>
          <a:lstStyle/>
          <a:p>
            <a:fld id="{3C634317-EF71-4F86-AC51-7492759C58F3}" type="slidenum">
              <a:rPr lang="es-MX" smtClean="0"/>
              <a:t>‹Nº›</a:t>
            </a:fld>
            <a:endParaRPr lang="es-MX"/>
          </a:p>
        </p:txBody>
      </p:sp>
    </p:spTree>
    <p:extLst>
      <p:ext uri="{BB962C8B-B14F-4D97-AF65-F5344CB8AC3E}">
        <p14:creationId xmlns:p14="http://schemas.microsoft.com/office/powerpoint/2010/main" val="21363252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smtClean="0"/>
              <a:t>Haga clic para modificar el estilo de título del patrón</a:t>
            </a:r>
            <a:endParaRPr lang="es-MX"/>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7" name="Marcador de fecha 6"/>
          <p:cNvSpPr>
            <a:spLocks noGrp="1"/>
          </p:cNvSpPr>
          <p:nvPr>
            <p:ph type="dt" sz="half" idx="10"/>
          </p:nvPr>
        </p:nvSpPr>
        <p:spPr/>
        <p:txBody>
          <a:bodyPr/>
          <a:lstStyle/>
          <a:p>
            <a:fld id="{1A6D9B4B-7BA0-4F06-A767-B7EC4C3F4191}" type="datetimeFigureOut">
              <a:rPr lang="es-MX" smtClean="0"/>
              <a:t>14/12/2025</a:t>
            </a:fld>
            <a:endParaRPr lang="es-MX"/>
          </a:p>
        </p:txBody>
      </p:sp>
      <p:sp>
        <p:nvSpPr>
          <p:cNvPr id="8" name="Marcador de pie de página 7"/>
          <p:cNvSpPr>
            <a:spLocks noGrp="1"/>
          </p:cNvSpPr>
          <p:nvPr>
            <p:ph type="ftr" sz="quarter" idx="11"/>
          </p:nvPr>
        </p:nvSpPr>
        <p:spPr/>
        <p:txBody>
          <a:bodyPr/>
          <a:lstStyle/>
          <a:p>
            <a:endParaRPr lang="es-MX"/>
          </a:p>
        </p:txBody>
      </p:sp>
      <p:sp>
        <p:nvSpPr>
          <p:cNvPr id="9" name="Marcador de número de diapositiva 8"/>
          <p:cNvSpPr>
            <a:spLocks noGrp="1"/>
          </p:cNvSpPr>
          <p:nvPr>
            <p:ph type="sldNum" sz="quarter" idx="12"/>
          </p:nvPr>
        </p:nvSpPr>
        <p:spPr/>
        <p:txBody>
          <a:bodyPr/>
          <a:lstStyle/>
          <a:p>
            <a:fld id="{3C634317-EF71-4F86-AC51-7492759C58F3}" type="slidenum">
              <a:rPr lang="es-MX" smtClean="0"/>
              <a:t>‹Nº›</a:t>
            </a:fld>
            <a:endParaRPr lang="es-MX"/>
          </a:p>
        </p:txBody>
      </p:sp>
    </p:spTree>
    <p:extLst>
      <p:ext uri="{BB962C8B-B14F-4D97-AF65-F5344CB8AC3E}">
        <p14:creationId xmlns:p14="http://schemas.microsoft.com/office/powerpoint/2010/main" val="32944856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MX"/>
          </a:p>
        </p:txBody>
      </p:sp>
      <p:sp>
        <p:nvSpPr>
          <p:cNvPr id="3" name="Marcador de fecha 2"/>
          <p:cNvSpPr>
            <a:spLocks noGrp="1"/>
          </p:cNvSpPr>
          <p:nvPr>
            <p:ph type="dt" sz="half" idx="10"/>
          </p:nvPr>
        </p:nvSpPr>
        <p:spPr/>
        <p:txBody>
          <a:bodyPr/>
          <a:lstStyle/>
          <a:p>
            <a:fld id="{1A6D9B4B-7BA0-4F06-A767-B7EC4C3F4191}" type="datetimeFigureOut">
              <a:rPr lang="es-MX" smtClean="0"/>
              <a:t>14/12/2025</a:t>
            </a:fld>
            <a:endParaRPr lang="es-MX"/>
          </a:p>
        </p:txBody>
      </p:sp>
      <p:sp>
        <p:nvSpPr>
          <p:cNvPr id="4" name="Marcador de pie de página 3"/>
          <p:cNvSpPr>
            <a:spLocks noGrp="1"/>
          </p:cNvSpPr>
          <p:nvPr>
            <p:ph type="ftr" sz="quarter" idx="11"/>
          </p:nvPr>
        </p:nvSpPr>
        <p:spPr/>
        <p:txBody>
          <a:bodyPr/>
          <a:lstStyle/>
          <a:p>
            <a:endParaRPr lang="es-MX"/>
          </a:p>
        </p:txBody>
      </p:sp>
      <p:sp>
        <p:nvSpPr>
          <p:cNvPr id="5" name="Marcador de número de diapositiva 4"/>
          <p:cNvSpPr>
            <a:spLocks noGrp="1"/>
          </p:cNvSpPr>
          <p:nvPr>
            <p:ph type="sldNum" sz="quarter" idx="12"/>
          </p:nvPr>
        </p:nvSpPr>
        <p:spPr/>
        <p:txBody>
          <a:bodyPr/>
          <a:lstStyle/>
          <a:p>
            <a:fld id="{3C634317-EF71-4F86-AC51-7492759C58F3}" type="slidenum">
              <a:rPr lang="es-MX" smtClean="0"/>
              <a:t>‹Nº›</a:t>
            </a:fld>
            <a:endParaRPr lang="es-MX"/>
          </a:p>
        </p:txBody>
      </p:sp>
    </p:spTree>
    <p:extLst>
      <p:ext uri="{BB962C8B-B14F-4D97-AF65-F5344CB8AC3E}">
        <p14:creationId xmlns:p14="http://schemas.microsoft.com/office/powerpoint/2010/main" val="26058292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1A6D9B4B-7BA0-4F06-A767-B7EC4C3F4191}" type="datetimeFigureOut">
              <a:rPr lang="es-MX" smtClean="0"/>
              <a:t>14/12/2025</a:t>
            </a:fld>
            <a:endParaRPr lang="es-MX"/>
          </a:p>
        </p:txBody>
      </p:sp>
      <p:sp>
        <p:nvSpPr>
          <p:cNvPr id="3" name="Marcador de pie de página 2"/>
          <p:cNvSpPr>
            <a:spLocks noGrp="1"/>
          </p:cNvSpPr>
          <p:nvPr>
            <p:ph type="ftr" sz="quarter" idx="11"/>
          </p:nvPr>
        </p:nvSpPr>
        <p:spPr/>
        <p:txBody>
          <a:bodyPr/>
          <a:lstStyle/>
          <a:p>
            <a:endParaRPr lang="es-MX"/>
          </a:p>
        </p:txBody>
      </p:sp>
      <p:sp>
        <p:nvSpPr>
          <p:cNvPr id="4" name="Marcador de número de diapositiva 3"/>
          <p:cNvSpPr>
            <a:spLocks noGrp="1"/>
          </p:cNvSpPr>
          <p:nvPr>
            <p:ph type="sldNum" sz="quarter" idx="12"/>
          </p:nvPr>
        </p:nvSpPr>
        <p:spPr/>
        <p:txBody>
          <a:bodyPr/>
          <a:lstStyle/>
          <a:p>
            <a:fld id="{3C634317-EF71-4F86-AC51-7492759C58F3}" type="slidenum">
              <a:rPr lang="es-MX" smtClean="0"/>
              <a:t>‹Nº›</a:t>
            </a:fld>
            <a:endParaRPr lang="es-MX"/>
          </a:p>
        </p:txBody>
      </p:sp>
    </p:spTree>
    <p:extLst>
      <p:ext uri="{BB962C8B-B14F-4D97-AF65-F5344CB8AC3E}">
        <p14:creationId xmlns:p14="http://schemas.microsoft.com/office/powerpoint/2010/main" val="4219649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MX"/>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Haga clic para modificar el estilo de texto del patrón</a:t>
            </a:r>
          </a:p>
        </p:txBody>
      </p:sp>
      <p:sp>
        <p:nvSpPr>
          <p:cNvPr id="5" name="Marcador de fecha 4"/>
          <p:cNvSpPr>
            <a:spLocks noGrp="1"/>
          </p:cNvSpPr>
          <p:nvPr>
            <p:ph type="dt" sz="half" idx="10"/>
          </p:nvPr>
        </p:nvSpPr>
        <p:spPr/>
        <p:txBody>
          <a:bodyPr/>
          <a:lstStyle/>
          <a:p>
            <a:fld id="{1A6D9B4B-7BA0-4F06-A767-B7EC4C3F4191}" type="datetimeFigureOut">
              <a:rPr lang="es-MX" smtClean="0"/>
              <a:t>14/12/2025</a:t>
            </a:fld>
            <a:endParaRPr lang="es-MX"/>
          </a:p>
        </p:txBody>
      </p:sp>
      <p:sp>
        <p:nvSpPr>
          <p:cNvPr id="6" name="Marcador de pie de página 5"/>
          <p:cNvSpPr>
            <a:spLocks noGrp="1"/>
          </p:cNvSpPr>
          <p:nvPr>
            <p:ph type="ftr" sz="quarter" idx="11"/>
          </p:nvPr>
        </p:nvSpPr>
        <p:spPr/>
        <p:txBody>
          <a:bodyPr/>
          <a:lstStyle/>
          <a:p>
            <a:endParaRPr lang="es-MX"/>
          </a:p>
        </p:txBody>
      </p:sp>
      <p:sp>
        <p:nvSpPr>
          <p:cNvPr id="7" name="Marcador de número de diapositiva 6"/>
          <p:cNvSpPr>
            <a:spLocks noGrp="1"/>
          </p:cNvSpPr>
          <p:nvPr>
            <p:ph type="sldNum" sz="quarter" idx="12"/>
          </p:nvPr>
        </p:nvSpPr>
        <p:spPr/>
        <p:txBody>
          <a:bodyPr/>
          <a:lstStyle/>
          <a:p>
            <a:fld id="{3C634317-EF71-4F86-AC51-7492759C58F3}" type="slidenum">
              <a:rPr lang="es-MX" smtClean="0"/>
              <a:t>‹Nº›</a:t>
            </a:fld>
            <a:endParaRPr lang="es-MX"/>
          </a:p>
        </p:txBody>
      </p:sp>
    </p:spTree>
    <p:extLst>
      <p:ext uri="{BB962C8B-B14F-4D97-AF65-F5344CB8AC3E}">
        <p14:creationId xmlns:p14="http://schemas.microsoft.com/office/powerpoint/2010/main" val="21024250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MX"/>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Haga clic para modificar el estilo de texto del patrón</a:t>
            </a:r>
          </a:p>
        </p:txBody>
      </p:sp>
      <p:sp>
        <p:nvSpPr>
          <p:cNvPr id="5" name="Marcador de fecha 4"/>
          <p:cNvSpPr>
            <a:spLocks noGrp="1"/>
          </p:cNvSpPr>
          <p:nvPr>
            <p:ph type="dt" sz="half" idx="10"/>
          </p:nvPr>
        </p:nvSpPr>
        <p:spPr/>
        <p:txBody>
          <a:bodyPr/>
          <a:lstStyle/>
          <a:p>
            <a:fld id="{1A6D9B4B-7BA0-4F06-A767-B7EC4C3F4191}" type="datetimeFigureOut">
              <a:rPr lang="es-MX" smtClean="0"/>
              <a:t>14/12/2025</a:t>
            </a:fld>
            <a:endParaRPr lang="es-MX"/>
          </a:p>
        </p:txBody>
      </p:sp>
      <p:sp>
        <p:nvSpPr>
          <p:cNvPr id="6" name="Marcador de pie de página 5"/>
          <p:cNvSpPr>
            <a:spLocks noGrp="1"/>
          </p:cNvSpPr>
          <p:nvPr>
            <p:ph type="ftr" sz="quarter" idx="11"/>
          </p:nvPr>
        </p:nvSpPr>
        <p:spPr/>
        <p:txBody>
          <a:bodyPr/>
          <a:lstStyle/>
          <a:p>
            <a:endParaRPr lang="es-MX"/>
          </a:p>
        </p:txBody>
      </p:sp>
      <p:sp>
        <p:nvSpPr>
          <p:cNvPr id="7" name="Marcador de número de diapositiva 6"/>
          <p:cNvSpPr>
            <a:spLocks noGrp="1"/>
          </p:cNvSpPr>
          <p:nvPr>
            <p:ph type="sldNum" sz="quarter" idx="12"/>
          </p:nvPr>
        </p:nvSpPr>
        <p:spPr/>
        <p:txBody>
          <a:bodyPr/>
          <a:lstStyle/>
          <a:p>
            <a:fld id="{3C634317-EF71-4F86-AC51-7492759C58F3}" type="slidenum">
              <a:rPr lang="es-MX" smtClean="0"/>
              <a:t>‹Nº›</a:t>
            </a:fld>
            <a:endParaRPr lang="es-MX"/>
          </a:p>
        </p:txBody>
      </p:sp>
    </p:spTree>
    <p:extLst>
      <p:ext uri="{BB962C8B-B14F-4D97-AF65-F5344CB8AC3E}">
        <p14:creationId xmlns:p14="http://schemas.microsoft.com/office/powerpoint/2010/main" val="13943946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MX"/>
          </a:p>
        </p:txBody>
      </p:sp>
      <p:sp>
        <p:nvSpPr>
          <p:cNvPr id="3" name="Marcador de texto vertical 2"/>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4" name="Marcador de fecha 3"/>
          <p:cNvSpPr>
            <a:spLocks noGrp="1"/>
          </p:cNvSpPr>
          <p:nvPr>
            <p:ph type="dt" sz="half" idx="10"/>
          </p:nvPr>
        </p:nvSpPr>
        <p:spPr/>
        <p:txBody>
          <a:bodyPr/>
          <a:lstStyle/>
          <a:p>
            <a:fld id="{1A6D9B4B-7BA0-4F06-A767-B7EC4C3F4191}" type="datetimeFigureOut">
              <a:rPr lang="es-MX" smtClean="0"/>
              <a:t>14/12/2025</a:t>
            </a:fld>
            <a:endParaRPr lang="es-MX"/>
          </a:p>
        </p:txBody>
      </p:sp>
      <p:sp>
        <p:nvSpPr>
          <p:cNvPr id="5" name="Marcador de pie de página 4"/>
          <p:cNvSpPr>
            <a:spLocks noGrp="1"/>
          </p:cNvSpPr>
          <p:nvPr>
            <p:ph type="ftr" sz="quarter" idx="11"/>
          </p:nvPr>
        </p:nvSpPr>
        <p:spPr/>
        <p:txBody>
          <a:bodyPr/>
          <a:lstStyle/>
          <a:p>
            <a:endParaRPr lang="es-MX"/>
          </a:p>
        </p:txBody>
      </p:sp>
      <p:sp>
        <p:nvSpPr>
          <p:cNvPr id="6" name="Marcador de número de diapositiva 5"/>
          <p:cNvSpPr>
            <a:spLocks noGrp="1"/>
          </p:cNvSpPr>
          <p:nvPr>
            <p:ph type="sldNum" sz="quarter" idx="12"/>
          </p:nvPr>
        </p:nvSpPr>
        <p:spPr/>
        <p:txBody>
          <a:bodyPr/>
          <a:lstStyle/>
          <a:p>
            <a:fld id="{3C634317-EF71-4F86-AC51-7492759C58F3}" type="slidenum">
              <a:rPr lang="es-MX" smtClean="0"/>
              <a:t>‹Nº›</a:t>
            </a:fld>
            <a:endParaRPr lang="es-MX"/>
          </a:p>
        </p:txBody>
      </p:sp>
    </p:spTree>
    <p:extLst>
      <p:ext uri="{BB962C8B-B14F-4D97-AF65-F5344CB8AC3E}">
        <p14:creationId xmlns:p14="http://schemas.microsoft.com/office/powerpoint/2010/main" val="30019267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smtClean="0"/>
              <a:t>Haga clic para modificar el estilo de título del patrón</a:t>
            </a:r>
            <a:endParaRPr lang="es-MX"/>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4" name="Marcador de fecha 3"/>
          <p:cNvSpPr>
            <a:spLocks noGrp="1"/>
          </p:cNvSpPr>
          <p:nvPr>
            <p:ph type="dt" sz="half" idx="10"/>
          </p:nvPr>
        </p:nvSpPr>
        <p:spPr/>
        <p:txBody>
          <a:bodyPr/>
          <a:lstStyle/>
          <a:p>
            <a:fld id="{1A6D9B4B-7BA0-4F06-A767-B7EC4C3F4191}" type="datetimeFigureOut">
              <a:rPr lang="es-MX" smtClean="0"/>
              <a:t>14/12/2025</a:t>
            </a:fld>
            <a:endParaRPr lang="es-MX"/>
          </a:p>
        </p:txBody>
      </p:sp>
      <p:sp>
        <p:nvSpPr>
          <p:cNvPr id="5" name="Marcador de pie de página 4"/>
          <p:cNvSpPr>
            <a:spLocks noGrp="1"/>
          </p:cNvSpPr>
          <p:nvPr>
            <p:ph type="ftr" sz="quarter" idx="11"/>
          </p:nvPr>
        </p:nvSpPr>
        <p:spPr/>
        <p:txBody>
          <a:bodyPr/>
          <a:lstStyle/>
          <a:p>
            <a:endParaRPr lang="es-MX"/>
          </a:p>
        </p:txBody>
      </p:sp>
      <p:sp>
        <p:nvSpPr>
          <p:cNvPr id="6" name="Marcador de número de diapositiva 5"/>
          <p:cNvSpPr>
            <a:spLocks noGrp="1"/>
          </p:cNvSpPr>
          <p:nvPr>
            <p:ph type="sldNum" sz="quarter" idx="12"/>
          </p:nvPr>
        </p:nvSpPr>
        <p:spPr/>
        <p:txBody>
          <a:bodyPr/>
          <a:lstStyle/>
          <a:p>
            <a:fld id="{3C634317-EF71-4F86-AC51-7492759C58F3}" type="slidenum">
              <a:rPr lang="es-MX" smtClean="0"/>
              <a:t>‹Nº›</a:t>
            </a:fld>
            <a:endParaRPr lang="es-MX"/>
          </a:p>
        </p:txBody>
      </p:sp>
    </p:spTree>
    <p:extLst>
      <p:ext uri="{BB962C8B-B14F-4D97-AF65-F5344CB8AC3E}">
        <p14:creationId xmlns:p14="http://schemas.microsoft.com/office/powerpoint/2010/main" val="396505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smtClean="0"/>
              <a:t>Haga clic para modificar el estilo de título del patrón</a:t>
            </a:r>
            <a:endParaRPr lang="es-MX"/>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6D9B4B-7BA0-4F06-A767-B7EC4C3F4191}" type="datetimeFigureOut">
              <a:rPr lang="es-MX" smtClean="0"/>
              <a:t>14/12/2025</a:t>
            </a:fld>
            <a:endParaRPr lang="es-MX"/>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C634317-EF71-4F86-AC51-7492759C58F3}" type="slidenum">
              <a:rPr lang="es-MX" smtClean="0"/>
              <a:t>‹Nº›</a:t>
            </a:fld>
            <a:endParaRPr lang="es-MX"/>
          </a:p>
        </p:txBody>
      </p:sp>
    </p:spTree>
    <p:extLst>
      <p:ext uri="{BB962C8B-B14F-4D97-AF65-F5344CB8AC3E}">
        <p14:creationId xmlns:p14="http://schemas.microsoft.com/office/powerpoint/2010/main" val="813678213"/>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jpe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p:nvPr/>
        </p:nvPicPr>
        <p:blipFill rotWithShape="1">
          <a:blip r:embed="rId2">
            <a:alphaModFix amt="35000"/>
            <a:extLst>
              <a:ext uri="{28A0092B-C50C-407E-A947-70E740481C1C}">
                <a14:useLocalDpi xmlns:a14="http://schemas.microsoft.com/office/drawing/2010/main" val="0"/>
              </a:ext>
            </a:extLst>
          </a:blip>
          <a:srcRect l="19656" r="23395" b="34652"/>
          <a:stretch/>
        </p:blipFill>
        <p:spPr bwMode="auto">
          <a:xfrm>
            <a:off x="-212351" y="297151"/>
            <a:ext cx="2493645" cy="6448425"/>
          </a:xfrm>
          <a:prstGeom prst="rect">
            <a:avLst/>
          </a:prstGeom>
          <a:ln>
            <a:noFill/>
          </a:ln>
          <a:effectLst>
            <a:outerShdw blurRad="292100" dist="139700" dir="2700000" algn="tl" rotWithShape="0">
              <a:srgbClr val="333333">
                <a:alpha val="65000"/>
              </a:srgbClr>
            </a:outerShdw>
          </a:effectLst>
          <a:extLst>
            <a:ext uri="{53640926-AAD7-44D8-BBD7-CCE9431645EC}">
              <a14:shadowObscured xmlns:a14="http://schemas.microsoft.com/office/drawing/2010/main"/>
            </a:ext>
          </a:extLst>
        </p:spPr>
      </p:pic>
      <p:pic>
        <p:nvPicPr>
          <p:cNvPr id="5" name="Imagen 4"/>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66184" y="330806"/>
            <a:ext cx="1768475" cy="844550"/>
          </a:xfrm>
          <a:prstGeom prst="rect">
            <a:avLst/>
          </a:prstGeom>
          <a:noFill/>
          <a:ln>
            <a:noFill/>
          </a:ln>
        </p:spPr>
      </p:pic>
      <p:pic>
        <p:nvPicPr>
          <p:cNvPr id="6" name="Imagen 5"/>
          <p:cNvPicPr/>
          <p:nvPr/>
        </p:nvPicPr>
        <p:blipFill>
          <a:blip r:embed="rId4">
            <a:extLst>
              <a:ext uri="{28A0092B-C50C-407E-A947-70E740481C1C}">
                <a14:useLocalDpi xmlns:a14="http://schemas.microsoft.com/office/drawing/2010/main" val="0"/>
              </a:ext>
            </a:extLst>
          </a:blip>
          <a:srcRect/>
          <a:stretch>
            <a:fillRect/>
          </a:stretch>
        </p:blipFill>
        <p:spPr bwMode="auto">
          <a:xfrm>
            <a:off x="8165234" y="297151"/>
            <a:ext cx="1422400" cy="806450"/>
          </a:xfrm>
          <a:prstGeom prst="rect">
            <a:avLst/>
          </a:prstGeom>
          <a:noFill/>
          <a:ln>
            <a:noFill/>
          </a:ln>
        </p:spPr>
      </p:pic>
      <p:pic>
        <p:nvPicPr>
          <p:cNvPr id="7" name="Imagen 6"/>
          <p:cNvPicPr/>
          <p:nvPr/>
        </p:nvPicPr>
        <p:blipFill rotWithShape="1">
          <a:blip r:embed="rId5">
            <a:extLst>
              <a:ext uri="{28A0092B-C50C-407E-A947-70E740481C1C}">
                <a14:useLocalDpi xmlns:a14="http://schemas.microsoft.com/office/drawing/2010/main" val="0"/>
              </a:ext>
            </a:extLst>
          </a:blip>
          <a:srcRect t="32076" b="33019"/>
          <a:stretch/>
        </p:blipFill>
        <p:spPr bwMode="auto">
          <a:xfrm>
            <a:off x="5631584" y="333981"/>
            <a:ext cx="1971675" cy="704850"/>
          </a:xfrm>
          <a:prstGeom prst="rect">
            <a:avLst/>
          </a:prstGeom>
          <a:noFill/>
          <a:ln>
            <a:noFill/>
          </a:ln>
          <a:extLst>
            <a:ext uri="{53640926-AAD7-44D8-BBD7-CCE9431645EC}">
              <a14:shadowObscured xmlns:a14="http://schemas.microsoft.com/office/drawing/2010/main"/>
            </a:ext>
          </a:extLst>
        </p:spPr>
      </p:pic>
      <p:sp>
        <p:nvSpPr>
          <p:cNvPr id="8" name="CuadroTexto 7"/>
          <p:cNvSpPr txBox="1"/>
          <p:nvPr/>
        </p:nvSpPr>
        <p:spPr>
          <a:xfrm>
            <a:off x="3066184" y="1256145"/>
            <a:ext cx="7038109" cy="5119350"/>
          </a:xfrm>
          <a:prstGeom prst="rect">
            <a:avLst/>
          </a:prstGeom>
          <a:noFill/>
        </p:spPr>
        <p:txBody>
          <a:bodyPr wrap="square" rtlCol="0">
            <a:spAutoFit/>
          </a:bodyPr>
          <a:lstStyle/>
          <a:p>
            <a:pPr algn="ctr">
              <a:lnSpc>
                <a:spcPct val="200000"/>
              </a:lnSpc>
              <a:spcAft>
                <a:spcPts val="800"/>
              </a:spcAft>
            </a:pPr>
            <a:r>
              <a:rPr lang="es-MX" sz="1200" b="1" dirty="0" smtClean="0">
                <a:solidFill>
                  <a:srgbClr val="000000"/>
                </a:solidFill>
                <a:effectLst/>
                <a:latin typeface="Arial Narrow" panose="020B0606020202030204" pitchFamily="34" charset="0"/>
                <a:ea typeface="Calibri" panose="020F0502020204030204" pitchFamily="34" charset="0"/>
                <a:cs typeface="Times New Roman" panose="02020603050405020304" pitchFamily="18" charset="0"/>
              </a:rPr>
              <a:t>T</a:t>
            </a:r>
            <a:r>
              <a:rPr lang="es-MX" sz="1200" b="1" dirty="0" smtClean="0">
                <a:solidFill>
                  <a:srgbClr val="000000"/>
                </a:solidFill>
                <a:effectLst/>
                <a:latin typeface="Arial" panose="020B0604020202020204" pitchFamily="34" charset="0"/>
                <a:ea typeface="Calibri" panose="020F0502020204030204" pitchFamily="34" charset="0"/>
                <a:cs typeface="Arial" panose="020B0604020202020204" pitchFamily="34" charset="0"/>
              </a:rPr>
              <a:t>ECNOLÓGICO NACIONAL DE MÉXICO</a:t>
            </a:r>
            <a:endParaRPr lang="es-MX" sz="1100" dirty="0" smtClean="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200000"/>
              </a:lnSpc>
              <a:spcAft>
                <a:spcPts val="800"/>
              </a:spcAft>
            </a:pPr>
            <a:r>
              <a:rPr lang="es-MX" sz="1200" b="1" dirty="0" smtClean="0">
                <a:solidFill>
                  <a:srgbClr val="000000"/>
                </a:solidFill>
                <a:effectLst/>
                <a:latin typeface="Arial" panose="020B0604020202020204" pitchFamily="34" charset="0"/>
                <a:ea typeface="Calibri" panose="020F0502020204030204" pitchFamily="34" charset="0"/>
                <a:cs typeface="Arial" panose="020B0604020202020204" pitchFamily="34" charset="0"/>
              </a:rPr>
              <a:t>INSTITUTO TECNOLÓGICO DE FRONTERA COMALAPA</a:t>
            </a:r>
          </a:p>
          <a:p>
            <a:pPr algn="ctr">
              <a:spcAft>
                <a:spcPts val="800"/>
              </a:spcAft>
              <a:tabLst>
                <a:tab pos="1130300" algn="l"/>
              </a:tabLst>
            </a:pPr>
            <a:r>
              <a:rPr lang="es-MX" sz="1200" b="1" dirty="0" smtClean="0">
                <a:solidFill>
                  <a:srgbClr val="000000"/>
                </a:solidFill>
                <a:effectLst/>
                <a:latin typeface="Arial" panose="020B0604020202020204" pitchFamily="34" charset="0"/>
                <a:ea typeface="Calibri" panose="020F0502020204030204" pitchFamily="34" charset="0"/>
                <a:cs typeface="Arial" panose="020B0604020202020204" pitchFamily="34" charset="0"/>
              </a:rPr>
              <a:t>Alumno</a:t>
            </a:r>
            <a:r>
              <a:rPr lang="es-MX" sz="1200" dirty="0" smtClean="0">
                <a:solidFill>
                  <a:srgbClr val="000000"/>
                </a:solidFill>
                <a:effectLst/>
                <a:latin typeface="Arial" panose="020B0604020202020204" pitchFamily="34" charset="0"/>
                <a:ea typeface="Calibri" panose="020F0502020204030204" pitchFamily="34" charset="0"/>
                <a:cs typeface="Arial" panose="020B0604020202020204" pitchFamily="34" charset="0"/>
              </a:rPr>
              <a:t>:</a:t>
            </a:r>
            <a:endParaRPr lang="es-MX" sz="1200" dirty="0" smtClean="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p>
            <a:pPr algn="ctr">
              <a:spcAft>
                <a:spcPts val="800"/>
              </a:spcAft>
              <a:tabLst>
                <a:tab pos="1130300" algn="l"/>
              </a:tabLst>
            </a:pPr>
            <a:r>
              <a:rPr lang="es-MX" sz="1200" dirty="0" err="1" smtClean="0">
                <a:solidFill>
                  <a:srgbClr val="000000"/>
                </a:solidFill>
                <a:effectLst/>
                <a:latin typeface="Arial" panose="020B0604020202020204" pitchFamily="34" charset="0"/>
                <a:ea typeface="Calibri" panose="020F0502020204030204" pitchFamily="34" charset="0"/>
                <a:cs typeface="Arial" panose="020B0604020202020204" pitchFamily="34" charset="0"/>
              </a:rPr>
              <a:t>Jhony</a:t>
            </a:r>
            <a:r>
              <a:rPr lang="es-MX" sz="1200" dirty="0" smtClean="0">
                <a:solidFill>
                  <a:srgbClr val="000000"/>
                </a:solidFill>
                <a:effectLst/>
                <a:latin typeface="Arial" panose="020B0604020202020204" pitchFamily="34" charset="0"/>
                <a:ea typeface="Calibri" panose="020F0502020204030204" pitchFamily="34" charset="0"/>
                <a:cs typeface="Arial" panose="020B0604020202020204" pitchFamily="34" charset="0"/>
              </a:rPr>
              <a:t> Benjamín Gómez Zacarías </a:t>
            </a:r>
            <a:endParaRPr lang="es-MX" sz="1200" dirty="0" smtClean="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p>
            <a:pPr algn="ctr">
              <a:spcAft>
                <a:spcPts val="800"/>
              </a:spcAft>
              <a:tabLst>
                <a:tab pos="1130300" algn="l"/>
              </a:tabLst>
            </a:pPr>
            <a:r>
              <a:rPr lang="es-MX" sz="1200" b="1" dirty="0" smtClean="0">
                <a:solidFill>
                  <a:srgbClr val="000000"/>
                </a:solidFill>
                <a:effectLst/>
                <a:latin typeface="Arial" panose="020B0604020202020204" pitchFamily="34" charset="0"/>
                <a:ea typeface="Calibri" panose="020F0502020204030204" pitchFamily="34" charset="0"/>
                <a:cs typeface="Arial" panose="020B0604020202020204" pitchFamily="34" charset="0"/>
              </a:rPr>
              <a:t>Docente</a:t>
            </a:r>
            <a:r>
              <a:rPr lang="es-MX" sz="1200" dirty="0" smtClean="0">
                <a:solidFill>
                  <a:srgbClr val="000000"/>
                </a:solidFill>
                <a:effectLst/>
                <a:latin typeface="Arial" panose="020B0604020202020204" pitchFamily="34" charset="0"/>
                <a:ea typeface="Calibri" panose="020F0502020204030204" pitchFamily="34" charset="0"/>
                <a:cs typeface="Arial" panose="020B0604020202020204" pitchFamily="34" charset="0"/>
              </a:rPr>
              <a:t>:</a:t>
            </a:r>
            <a:endParaRPr lang="es-MX" sz="1200" dirty="0" smtClean="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p>
            <a:pPr algn="ctr">
              <a:spcAft>
                <a:spcPts val="800"/>
              </a:spcAft>
              <a:tabLst>
                <a:tab pos="1130300" algn="l"/>
              </a:tabLst>
            </a:pPr>
            <a:r>
              <a:rPr lang="es-MX" sz="1200" dirty="0" smtClean="0">
                <a:solidFill>
                  <a:srgbClr val="000000"/>
                </a:solidFill>
                <a:effectLst/>
                <a:latin typeface="Arial" panose="020B0604020202020204" pitchFamily="34" charset="0"/>
                <a:ea typeface="Calibri" panose="020F0502020204030204" pitchFamily="34" charset="0"/>
                <a:cs typeface="Arial" panose="020B0604020202020204" pitchFamily="34" charset="0"/>
              </a:rPr>
              <a:t>Francisco Javier Velázquez Mingo</a:t>
            </a:r>
            <a:endParaRPr lang="es-MX" sz="1200" dirty="0" smtClean="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p>
            <a:pPr algn="ctr">
              <a:spcAft>
                <a:spcPts val="800"/>
              </a:spcAft>
              <a:tabLst>
                <a:tab pos="1130300" algn="l"/>
              </a:tabLst>
            </a:pPr>
            <a:r>
              <a:rPr lang="es-MX" sz="1200" b="1" dirty="0" smtClean="0">
                <a:solidFill>
                  <a:srgbClr val="000000"/>
                </a:solidFill>
                <a:effectLst/>
                <a:latin typeface="Arial" panose="020B0604020202020204" pitchFamily="34" charset="0"/>
                <a:ea typeface="Calibri" panose="020F0502020204030204" pitchFamily="34" charset="0"/>
                <a:cs typeface="Arial" panose="020B0604020202020204" pitchFamily="34" charset="0"/>
              </a:rPr>
              <a:t>Materia</a:t>
            </a:r>
            <a:r>
              <a:rPr lang="es-MX" sz="1200" dirty="0" smtClean="0">
                <a:solidFill>
                  <a:srgbClr val="000000"/>
                </a:solidFill>
                <a:effectLst/>
                <a:latin typeface="Arial" panose="020B0604020202020204" pitchFamily="34" charset="0"/>
                <a:ea typeface="Calibri" panose="020F0502020204030204" pitchFamily="34" charset="0"/>
                <a:cs typeface="Arial" panose="020B0604020202020204" pitchFamily="34" charset="0"/>
              </a:rPr>
              <a:t>: </a:t>
            </a:r>
            <a:endParaRPr lang="es-MX" sz="1200" dirty="0" smtClean="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p>
            <a:pPr algn="ctr">
              <a:spcAft>
                <a:spcPts val="800"/>
              </a:spcAft>
              <a:tabLst>
                <a:tab pos="1130300" algn="l"/>
              </a:tabLst>
            </a:pPr>
            <a:r>
              <a:rPr lang="es-MX" sz="1200" dirty="0" smtClean="0">
                <a:solidFill>
                  <a:srgbClr val="000000"/>
                </a:solidFill>
                <a:effectLst/>
                <a:latin typeface="Arial" panose="020B0604020202020204" pitchFamily="34" charset="0"/>
                <a:ea typeface="Calibri" panose="020F0502020204030204" pitchFamily="34" charset="0"/>
                <a:cs typeface="Arial" panose="020B0604020202020204" pitchFamily="34" charset="0"/>
              </a:rPr>
              <a:t>Estructura de datos</a:t>
            </a:r>
            <a:endParaRPr lang="es-MX" sz="1200" dirty="0" smtClean="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p>
            <a:pPr algn="ctr">
              <a:spcAft>
                <a:spcPts val="800"/>
              </a:spcAft>
              <a:tabLst>
                <a:tab pos="1130300" algn="l"/>
              </a:tabLst>
            </a:pPr>
            <a:r>
              <a:rPr lang="es-MX" sz="1200" b="1" dirty="0" smtClean="0">
                <a:solidFill>
                  <a:srgbClr val="000000"/>
                </a:solidFill>
                <a:effectLst/>
                <a:latin typeface="Arial" panose="020B0604020202020204" pitchFamily="34" charset="0"/>
                <a:ea typeface="Calibri" panose="020F0502020204030204" pitchFamily="34" charset="0"/>
                <a:cs typeface="Arial" panose="020B0604020202020204" pitchFamily="34" charset="0"/>
              </a:rPr>
              <a:t>Carrera:</a:t>
            </a:r>
            <a:endParaRPr lang="es-MX" sz="1200" dirty="0" smtClean="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50000"/>
              </a:lnSpc>
              <a:spcAft>
                <a:spcPts val="800"/>
              </a:spcAft>
              <a:tabLst>
                <a:tab pos="1130300" algn="l"/>
              </a:tabLst>
            </a:pPr>
            <a:r>
              <a:rPr lang="es-MX" sz="1200" dirty="0" smtClean="0">
                <a:solidFill>
                  <a:srgbClr val="000000"/>
                </a:solidFill>
                <a:effectLst/>
                <a:latin typeface="Arial" panose="020B0604020202020204" pitchFamily="34" charset="0"/>
                <a:ea typeface="Calibri" panose="020F0502020204030204" pitchFamily="34" charset="0"/>
                <a:cs typeface="Arial" panose="020B0604020202020204" pitchFamily="34" charset="0"/>
              </a:rPr>
              <a:t>Ingeniería en Sistemas Computacionales </a:t>
            </a:r>
          </a:p>
          <a:p>
            <a:pPr algn="ctr">
              <a:lnSpc>
                <a:spcPct val="150000"/>
              </a:lnSpc>
              <a:spcAft>
                <a:spcPts val="800"/>
              </a:spcAft>
              <a:tabLst>
                <a:tab pos="1130300" algn="l"/>
              </a:tabLst>
            </a:pPr>
            <a:r>
              <a:rPr lang="es-MX" sz="1200" b="1" dirty="0" smtClean="0">
                <a:solidFill>
                  <a:srgbClr val="000000"/>
                </a:solidFill>
                <a:latin typeface="Arial" panose="020B0604020202020204" pitchFamily="34" charset="0"/>
                <a:ea typeface="Calibri" panose="020F0502020204030204" pitchFamily="34" charset="0"/>
                <a:cs typeface="Arial" panose="020B0604020202020204" pitchFamily="34" charset="0"/>
              </a:rPr>
              <a:t>Actividad de segunda oportunidad</a:t>
            </a:r>
            <a:r>
              <a:rPr lang="es-MX" sz="1200" b="1" dirty="0" smtClean="0">
                <a:solidFill>
                  <a:srgbClr val="000000"/>
                </a:solidFill>
                <a:effectLst/>
                <a:latin typeface="Arial" panose="020B0604020202020204" pitchFamily="34" charset="0"/>
                <a:ea typeface="Calibri" panose="020F0502020204030204" pitchFamily="34" charset="0"/>
                <a:cs typeface="Arial" panose="020B0604020202020204" pitchFamily="34" charset="0"/>
              </a:rPr>
              <a:t> </a:t>
            </a:r>
            <a:endParaRPr lang="es-MX" sz="1200" b="1" dirty="0" smtClean="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50000"/>
              </a:lnSpc>
              <a:spcAft>
                <a:spcPts val="800"/>
              </a:spcAft>
              <a:tabLst>
                <a:tab pos="1130300" algn="l"/>
              </a:tabLst>
            </a:pPr>
            <a:r>
              <a:rPr lang="es-MX" sz="1200" b="1" dirty="0" smtClean="0">
                <a:solidFill>
                  <a:srgbClr val="000000"/>
                </a:solidFill>
                <a:effectLst/>
                <a:latin typeface="Arial" panose="020B0604020202020204" pitchFamily="34" charset="0"/>
                <a:ea typeface="Calibri" panose="020F0502020204030204" pitchFamily="34" charset="0"/>
                <a:cs typeface="Arial" panose="020B0604020202020204" pitchFamily="34" charset="0"/>
              </a:rPr>
              <a:t>Semestre:</a:t>
            </a:r>
            <a:r>
              <a:rPr lang="es-MX" sz="1200" dirty="0" smtClean="0">
                <a:solidFill>
                  <a:srgbClr val="000000"/>
                </a:solidFill>
                <a:effectLst/>
                <a:latin typeface="Arial" panose="020B0604020202020204" pitchFamily="34" charset="0"/>
                <a:ea typeface="Calibri" panose="020F0502020204030204" pitchFamily="34" charset="0"/>
                <a:cs typeface="Arial" panose="020B0604020202020204" pitchFamily="34" charset="0"/>
              </a:rPr>
              <a:t> 03	 </a:t>
            </a:r>
            <a:r>
              <a:rPr lang="es-MX" sz="1200" b="1" dirty="0" smtClean="0">
                <a:solidFill>
                  <a:srgbClr val="000000"/>
                </a:solidFill>
                <a:effectLst/>
                <a:latin typeface="Arial" panose="020B0604020202020204" pitchFamily="34" charset="0"/>
                <a:ea typeface="Calibri" panose="020F0502020204030204" pitchFamily="34" charset="0"/>
                <a:cs typeface="Arial" panose="020B0604020202020204" pitchFamily="34" charset="0"/>
              </a:rPr>
              <a:t>Numero de control:</a:t>
            </a:r>
            <a:r>
              <a:rPr lang="es-MX" sz="1200" dirty="0" smtClean="0">
                <a:solidFill>
                  <a:srgbClr val="000000"/>
                </a:solidFill>
                <a:effectLst/>
                <a:latin typeface="Arial" panose="020B0604020202020204" pitchFamily="34" charset="0"/>
                <a:ea typeface="Calibri" panose="020F0502020204030204" pitchFamily="34" charset="0"/>
                <a:cs typeface="Arial" panose="020B0604020202020204" pitchFamily="34" charset="0"/>
              </a:rPr>
              <a:t> 241260006</a:t>
            </a:r>
          </a:p>
          <a:p>
            <a:pPr algn="ctr">
              <a:lnSpc>
                <a:spcPct val="250000"/>
              </a:lnSpc>
              <a:spcAft>
                <a:spcPts val="800"/>
              </a:spcAft>
              <a:tabLst>
                <a:tab pos="1130300" algn="l"/>
              </a:tabLst>
            </a:pPr>
            <a:endParaRPr lang="es-MX" sz="1200" dirty="0" smtClean="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a:p>
            <a:r>
              <a:rPr lang="es-MX" sz="1200" dirty="0" smtClean="0">
                <a:solidFill>
                  <a:srgbClr val="000000"/>
                </a:solidFill>
                <a:effectLst/>
                <a:latin typeface="Arial" panose="020B0604020202020204" pitchFamily="34" charset="0"/>
                <a:ea typeface="Calibri" panose="020F0502020204030204" pitchFamily="34" charset="0"/>
              </a:rPr>
              <a:t/>
            </a:r>
            <a:br>
              <a:rPr lang="es-MX" sz="1200" dirty="0" smtClean="0">
                <a:solidFill>
                  <a:srgbClr val="000000"/>
                </a:solidFill>
                <a:effectLst/>
                <a:latin typeface="Arial" panose="020B0604020202020204" pitchFamily="34" charset="0"/>
                <a:ea typeface="Calibri" panose="020F0502020204030204" pitchFamily="34" charset="0"/>
              </a:rPr>
            </a:br>
            <a:endParaRPr lang="es-MX" sz="1200" b="1" dirty="0">
              <a:solidFill>
                <a:srgbClr val="000000"/>
              </a:solidFill>
              <a:latin typeface="Arial" panose="020B0604020202020204" pitchFamily="34" charset="0"/>
              <a:ea typeface="Calibri" panose="020F0502020204030204" pitchFamily="34" charset="0"/>
              <a:cs typeface="Arial" panose="020B0604020202020204" pitchFamily="34" charset="0"/>
            </a:endParaRPr>
          </a:p>
        </p:txBody>
      </p:sp>
      <p:sp>
        <p:nvSpPr>
          <p:cNvPr id="9" name="Cuadro de texto 9"/>
          <p:cNvSpPr txBox="1"/>
          <p:nvPr/>
        </p:nvSpPr>
        <p:spPr>
          <a:xfrm>
            <a:off x="5631584" y="5699992"/>
            <a:ext cx="3457575" cy="279400"/>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just">
              <a:lnSpc>
                <a:spcPct val="150000"/>
              </a:lnSpc>
              <a:spcAft>
                <a:spcPts val="800"/>
              </a:spcAft>
            </a:pPr>
            <a:r>
              <a:rPr lang="es-MX" sz="1200" dirty="0">
                <a:solidFill>
                  <a:srgbClr val="000000"/>
                </a:solidFill>
                <a:effectLst/>
                <a:latin typeface="Arial" panose="020B0604020202020204" pitchFamily="34" charset="0"/>
                <a:ea typeface="Calibri" panose="020F0502020204030204" pitchFamily="34" charset="0"/>
                <a:cs typeface="Arial" panose="020B0604020202020204" pitchFamily="34" charset="0"/>
              </a:rPr>
              <a:t>Frontera Comalapa Chis  </a:t>
            </a:r>
            <a:r>
              <a:rPr lang="es-MX" sz="1200" dirty="0" smtClean="0">
                <a:solidFill>
                  <a:srgbClr val="000000"/>
                </a:solidFill>
                <a:effectLst/>
                <a:latin typeface="Arial" panose="020B0604020202020204" pitchFamily="34" charset="0"/>
                <a:ea typeface="Calibri" panose="020F0502020204030204" pitchFamily="34" charset="0"/>
                <a:cs typeface="Arial" panose="020B0604020202020204" pitchFamily="34" charset="0"/>
              </a:rPr>
              <a:t>19 noviembre 2025</a:t>
            </a:r>
            <a:endParaRPr lang="es-MX" sz="12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0737720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542471" y="932872"/>
            <a:ext cx="8986982" cy="3631763"/>
          </a:xfrm>
          <a:prstGeom prst="rect">
            <a:avLst/>
          </a:prstGeom>
          <a:noFill/>
        </p:spPr>
        <p:txBody>
          <a:bodyPr wrap="square" rtlCol="0">
            <a:spAutoFit/>
          </a:bodyPr>
          <a:lstStyle/>
          <a:p>
            <a:pPr algn="ctr"/>
            <a:r>
              <a:rPr lang="es-MX" sz="3200" b="1" dirty="0" smtClean="0"/>
              <a:t>Introducción</a:t>
            </a:r>
            <a:endParaRPr lang="es-MX" sz="2800" b="1" dirty="0"/>
          </a:p>
          <a:p>
            <a:pPr algn="just"/>
            <a:endParaRPr lang="es-MX" dirty="0" smtClean="0"/>
          </a:p>
          <a:p>
            <a:pPr algn="just">
              <a:lnSpc>
                <a:spcPct val="150000"/>
              </a:lnSpc>
            </a:pPr>
            <a:r>
              <a:rPr lang="es-ES" sz="2400" dirty="0"/>
              <a:t>En este trabajo se presentan las interfaces gráficas desarrolladas en </a:t>
            </a:r>
            <a:r>
              <a:rPr lang="es-ES" sz="2400" dirty="0" err="1"/>
              <a:t>Scene</a:t>
            </a:r>
            <a:r>
              <a:rPr lang="es-ES" sz="2400" dirty="0"/>
              <a:t> </a:t>
            </a:r>
            <a:r>
              <a:rPr lang="es-ES" sz="2400" dirty="0" err="1"/>
              <a:t>Builder</a:t>
            </a:r>
            <a:r>
              <a:rPr lang="es-ES" sz="2400" dirty="0"/>
              <a:t> para interactuar con diferentes estructuras de datos lineales. Las pantallas permiten al usuario ingresar datos y ejecutar operaciones básicas sobre pilas, colas, listas, arreglos y vectores, facilitando la comprensión de su funcionamiento.</a:t>
            </a:r>
            <a:endParaRPr lang="es-MX" sz="2400" dirty="0"/>
          </a:p>
        </p:txBody>
      </p:sp>
    </p:spTree>
    <p:extLst>
      <p:ext uri="{BB962C8B-B14F-4D97-AF65-F5344CB8AC3E}">
        <p14:creationId xmlns:p14="http://schemas.microsoft.com/office/powerpoint/2010/main" val="39521001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246908" y="969818"/>
            <a:ext cx="8986982" cy="3631763"/>
          </a:xfrm>
          <a:prstGeom prst="rect">
            <a:avLst/>
          </a:prstGeom>
          <a:noFill/>
        </p:spPr>
        <p:txBody>
          <a:bodyPr wrap="square" rtlCol="0">
            <a:spAutoFit/>
          </a:bodyPr>
          <a:lstStyle/>
          <a:p>
            <a:pPr algn="ctr"/>
            <a:r>
              <a:rPr lang="es-MX" sz="3200" b="1" dirty="0" smtClean="0"/>
              <a:t>Justificación</a:t>
            </a:r>
            <a:endParaRPr lang="es-MX" sz="2800" b="1" dirty="0"/>
          </a:p>
          <a:p>
            <a:pPr algn="just"/>
            <a:endParaRPr lang="es-MX" dirty="0" smtClean="0"/>
          </a:p>
          <a:p>
            <a:pPr algn="just">
              <a:lnSpc>
                <a:spcPct val="150000"/>
              </a:lnSpc>
            </a:pPr>
            <a:r>
              <a:rPr lang="es-ES" sz="2400" dirty="0"/>
              <a:t>Estas interfaces se desarrollaron para hacer más claro y práctico el uso de las estructuras lineales, ya que permiten observar directamente cómo se agregan, eliminan y muestran los datos. De esta forma, el aprendizaje no se limita al código, sino que se refuerza mediante la interacción visual.</a:t>
            </a:r>
            <a:endParaRPr lang="es-MX" sz="2400" dirty="0"/>
          </a:p>
        </p:txBody>
      </p:sp>
    </p:spTree>
    <p:extLst>
      <p:ext uri="{BB962C8B-B14F-4D97-AF65-F5344CB8AC3E}">
        <p14:creationId xmlns:p14="http://schemas.microsoft.com/office/powerpoint/2010/main" val="11515645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p:cNvSpPr txBox="1"/>
          <p:nvPr/>
        </p:nvSpPr>
        <p:spPr>
          <a:xfrm>
            <a:off x="7832436" y="226417"/>
            <a:ext cx="4359564" cy="3739485"/>
          </a:xfrm>
          <a:prstGeom prst="rect">
            <a:avLst/>
          </a:prstGeom>
          <a:solidFill>
            <a:schemeClr val="bg1"/>
          </a:solidFill>
        </p:spPr>
        <p:txBody>
          <a:bodyPr wrap="square" rtlCol="0">
            <a:spAutoFit/>
          </a:bodyPr>
          <a:lstStyle/>
          <a:p>
            <a:pPr algn="ctr"/>
            <a:endParaRPr lang="es-MX" dirty="0"/>
          </a:p>
          <a:p>
            <a:pPr algn="ctr">
              <a:lnSpc>
                <a:spcPct val="150000"/>
              </a:lnSpc>
            </a:pPr>
            <a:r>
              <a:rPr lang="es-ES" sz="2000" b="1" dirty="0" err="1" smtClean="0"/>
              <a:t>MainController</a:t>
            </a:r>
            <a:endParaRPr lang="es-ES" sz="2000" b="1" dirty="0" smtClean="0"/>
          </a:p>
          <a:p>
            <a:pPr algn="just">
              <a:lnSpc>
                <a:spcPct val="150000"/>
              </a:lnSpc>
            </a:pPr>
            <a:r>
              <a:rPr lang="es-ES" dirty="0"/>
              <a:t>En la ventana principal se muestran los botones que permiten acceder a cada una de las estructuras de datos lineales: pila, cola, lista, arreglo y vector. Al seleccionar una opción, el programa abre la ventana correspondiente, facilitando la navegación y el uso del sistema.</a:t>
            </a:r>
          </a:p>
        </p:txBody>
      </p:sp>
      <p:pic>
        <p:nvPicPr>
          <p:cNvPr id="2" name="Imagen 1"/>
          <p:cNvPicPr>
            <a:picLocks noChangeAspect="1"/>
          </p:cNvPicPr>
          <p:nvPr/>
        </p:nvPicPr>
        <p:blipFill>
          <a:blip r:embed="rId2"/>
          <a:stretch>
            <a:fillRect/>
          </a:stretch>
        </p:blipFill>
        <p:spPr>
          <a:xfrm>
            <a:off x="-1" y="431498"/>
            <a:ext cx="7515197" cy="5258102"/>
          </a:xfrm>
          <a:prstGeom prst="rect">
            <a:avLst/>
          </a:prstGeom>
        </p:spPr>
      </p:pic>
    </p:spTree>
    <p:extLst>
      <p:ext uri="{BB962C8B-B14F-4D97-AF65-F5344CB8AC3E}">
        <p14:creationId xmlns:p14="http://schemas.microsoft.com/office/powerpoint/2010/main" val="30033935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p:cNvSpPr txBox="1"/>
          <p:nvPr/>
        </p:nvSpPr>
        <p:spPr>
          <a:xfrm>
            <a:off x="7832436" y="226417"/>
            <a:ext cx="4359564" cy="4524315"/>
          </a:xfrm>
          <a:prstGeom prst="rect">
            <a:avLst/>
          </a:prstGeom>
          <a:solidFill>
            <a:schemeClr val="bg1"/>
          </a:solidFill>
        </p:spPr>
        <p:txBody>
          <a:bodyPr wrap="square" rtlCol="0">
            <a:spAutoFit/>
          </a:bodyPr>
          <a:lstStyle/>
          <a:p>
            <a:pPr algn="ctr"/>
            <a:endParaRPr lang="es-MX" dirty="0"/>
          </a:p>
          <a:p>
            <a:pPr algn="just">
              <a:lnSpc>
                <a:spcPct val="150000"/>
              </a:lnSpc>
            </a:pPr>
            <a:r>
              <a:rPr lang="es-ES" sz="2000" b="1" dirty="0" smtClean="0"/>
              <a:t>Pila</a:t>
            </a:r>
            <a:r>
              <a:rPr lang="es-ES" sz="2000" dirty="0" smtClean="0"/>
              <a:t/>
            </a:r>
            <a:br>
              <a:rPr lang="es-ES" sz="2000" dirty="0" smtClean="0"/>
            </a:br>
            <a:r>
              <a:rPr lang="es-ES" sz="2000" dirty="0"/>
              <a:t>En esta pantalla el usuario puede ingresar un valor en el campo de texto y agregarlo a la pila mediante el botón apilar. Los elementos se almacenan siguiendo el principio último en entrar, primero en salir. También se cuenta con un botón para </a:t>
            </a:r>
            <a:r>
              <a:rPr lang="es-ES" sz="2000" dirty="0" err="1"/>
              <a:t>desapilar</a:t>
            </a:r>
            <a:r>
              <a:rPr lang="es-ES" sz="2000" dirty="0"/>
              <a:t>, que elimina el último elemento agregado. </a:t>
            </a:r>
            <a:endParaRPr lang="es-ES" dirty="0"/>
          </a:p>
        </p:txBody>
      </p:sp>
      <p:pic>
        <p:nvPicPr>
          <p:cNvPr id="4" name="Imagen 3"/>
          <p:cNvPicPr>
            <a:picLocks noChangeAspect="1"/>
          </p:cNvPicPr>
          <p:nvPr/>
        </p:nvPicPr>
        <p:blipFill>
          <a:blip r:embed="rId2"/>
          <a:stretch>
            <a:fillRect/>
          </a:stretch>
        </p:blipFill>
        <p:spPr>
          <a:xfrm>
            <a:off x="0" y="974913"/>
            <a:ext cx="7590577" cy="5231923"/>
          </a:xfrm>
          <a:prstGeom prst="rect">
            <a:avLst/>
          </a:prstGeom>
        </p:spPr>
      </p:pic>
    </p:spTree>
    <p:extLst>
      <p:ext uri="{BB962C8B-B14F-4D97-AF65-F5344CB8AC3E}">
        <p14:creationId xmlns:p14="http://schemas.microsoft.com/office/powerpoint/2010/main" val="30336255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p:cNvSpPr txBox="1"/>
          <p:nvPr/>
        </p:nvSpPr>
        <p:spPr>
          <a:xfrm>
            <a:off x="7823200" y="263361"/>
            <a:ext cx="4359564" cy="3600986"/>
          </a:xfrm>
          <a:prstGeom prst="rect">
            <a:avLst/>
          </a:prstGeom>
          <a:solidFill>
            <a:schemeClr val="bg1"/>
          </a:solidFill>
        </p:spPr>
        <p:txBody>
          <a:bodyPr wrap="square" rtlCol="0">
            <a:spAutoFit/>
          </a:bodyPr>
          <a:lstStyle/>
          <a:p>
            <a:pPr algn="ctr"/>
            <a:endParaRPr lang="es-MX" dirty="0"/>
          </a:p>
          <a:p>
            <a:pPr algn="just">
              <a:lnSpc>
                <a:spcPct val="150000"/>
              </a:lnSpc>
            </a:pPr>
            <a:r>
              <a:rPr lang="es-ES" sz="2000" b="1" dirty="0" smtClean="0"/>
              <a:t>Cola</a:t>
            </a:r>
            <a:r>
              <a:rPr lang="es-ES" sz="2000" dirty="0" smtClean="0"/>
              <a:t/>
            </a:r>
            <a:br>
              <a:rPr lang="es-ES" sz="2000" dirty="0" smtClean="0"/>
            </a:br>
            <a:r>
              <a:rPr lang="es-ES" sz="2000" dirty="0"/>
              <a:t>En la vista de cola el usuario ingresa datos que se agregan mediante el botón encolar. Los elementos se atienden en el orden en que fueron ingresados, es decir, primero en entrar, primero en salir.</a:t>
            </a:r>
            <a:endParaRPr lang="es-ES" dirty="0"/>
          </a:p>
        </p:txBody>
      </p:sp>
      <p:pic>
        <p:nvPicPr>
          <p:cNvPr id="2" name="Imagen 1"/>
          <p:cNvPicPr>
            <a:picLocks noChangeAspect="1"/>
          </p:cNvPicPr>
          <p:nvPr/>
        </p:nvPicPr>
        <p:blipFill>
          <a:blip r:embed="rId2"/>
          <a:stretch>
            <a:fillRect/>
          </a:stretch>
        </p:blipFill>
        <p:spPr>
          <a:xfrm>
            <a:off x="0" y="966544"/>
            <a:ext cx="7759519" cy="5341891"/>
          </a:xfrm>
          <a:prstGeom prst="rect">
            <a:avLst/>
          </a:prstGeom>
        </p:spPr>
      </p:pic>
    </p:spTree>
    <p:extLst>
      <p:ext uri="{BB962C8B-B14F-4D97-AF65-F5344CB8AC3E}">
        <p14:creationId xmlns:p14="http://schemas.microsoft.com/office/powerpoint/2010/main" val="32497698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p:cNvSpPr txBox="1"/>
          <p:nvPr/>
        </p:nvSpPr>
        <p:spPr>
          <a:xfrm>
            <a:off x="7823200" y="263361"/>
            <a:ext cx="4359564" cy="4062651"/>
          </a:xfrm>
          <a:prstGeom prst="rect">
            <a:avLst/>
          </a:prstGeom>
          <a:solidFill>
            <a:schemeClr val="bg1"/>
          </a:solidFill>
        </p:spPr>
        <p:txBody>
          <a:bodyPr wrap="square" rtlCol="0">
            <a:spAutoFit/>
          </a:bodyPr>
          <a:lstStyle/>
          <a:p>
            <a:pPr algn="ctr"/>
            <a:endParaRPr lang="es-MX" dirty="0"/>
          </a:p>
          <a:p>
            <a:pPr algn="just">
              <a:lnSpc>
                <a:spcPct val="150000"/>
              </a:lnSpc>
            </a:pPr>
            <a:r>
              <a:rPr lang="es-ES" sz="2000" b="1" dirty="0" smtClean="0"/>
              <a:t>Lista</a:t>
            </a:r>
            <a:r>
              <a:rPr lang="es-ES" sz="2000" dirty="0" smtClean="0"/>
              <a:t/>
            </a:r>
            <a:br>
              <a:rPr lang="es-ES" sz="2000" dirty="0" smtClean="0"/>
            </a:br>
            <a:r>
              <a:rPr lang="es-ES" sz="2000" dirty="0"/>
              <a:t>En esta pantalla se permite ingresar elementos a una lista utilizando el botón agregar. Cada valor ingresado se almacena en la lista y el contenido completo se muestra en un área de texto, permitiendo visualizar los elementos que han sido agregados.</a:t>
            </a:r>
            <a:endParaRPr lang="es-ES" dirty="0"/>
          </a:p>
        </p:txBody>
      </p:sp>
      <p:pic>
        <p:nvPicPr>
          <p:cNvPr id="4" name="Imagen 3"/>
          <p:cNvPicPr>
            <a:picLocks noChangeAspect="1"/>
          </p:cNvPicPr>
          <p:nvPr/>
        </p:nvPicPr>
        <p:blipFill>
          <a:blip r:embed="rId2"/>
          <a:stretch>
            <a:fillRect/>
          </a:stretch>
        </p:blipFill>
        <p:spPr>
          <a:xfrm>
            <a:off x="0" y="978673"/>
            <a:ext cx="7608082" cy="5246636"/>
          </a:xfrm>
          <a:prstGeom prst="rect">
            <a:avLst/>
          </a:prstGeom>
        </p:spPr>
      </p:pic>
    </p:spTree>
    <p:extLst>
      <p:ext uri="{BB962C8B-B14F-4D97-AF65-F5344CB8AC3E}">
        <p14:creationId xmlns:p14="http://schemas.microsoft.com/office/powerpoint/2010/main" val="42176944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p:cNvSpPr txBox="1"/>
          <p:nvPr/>
        </p:nvSpPr>
        <p:spPr>
          <a:xfrm>
            <a:off x="7823200" y="263361"/>
            <a:ext cx="4359564" cy="4524315"/>
          </a:xfrm>
          <a:prstGeom prst="rect">
            <a:avLst/>
          </a:prstGeom>
          <a:solidFill>
            <a:schemeClr val="bg1"/>
          </a:solidFill>
        </p:spPr>
        <p:txBody>
          <a:bodyPr wrap="square" rtlCol="0">
            <a:spAutoFit/>
          </a:bodyPr>
          <a:lstStyle/>
          <a:p>
            <a:pPr algn="ctr"/>
            <a:endParaRPr lang="es-MX" dirty="0"/>
          </a:p>
          <a:p>
            <a:pPr algn="just">
              <a:lnSpc>
                <a:spcPct val="150000"/>
              </a:lnSpc>
            </a:pPr>
            <a:r>
              <a:rPr lang="es-ES" sz="2000" b="1" dirty="0" smtClean="0"/>
              <a:t>Arreglo</a:t>
            </a:r>
            <a:r>
              <a:rPr lang="es-ES" sz="2000" dirty="0" smtClean="0"/>
              <a:t/>
            </a:r>
            <a:br>
              <a:rPr lang="es-ES" sz="2000" dirty="0" smtClean="0"/>
            </a:br>
            <a:r>
              <a:rPr lang="es-ES" sz="2000" dirty="0"/>
              <a:t>En la vista de arreglo el usuario puede insertar elementos utilizando un campo de texto y un botón de insertar. Los datos se almacenan en posiciones definidas del arreglo y el contenido actual se muestra en pantalla, permitiendo observar cómo se van ocupando los espacios disponibles.</a:t>
            </a:r>
            <a:endParaRPr lang="es-ES" dirty="0"/>
          </a:p>
        </p:txBody>
      </p:sp>
      <p:pic>
        <p:nvPicPr>
          <p:cNvPr id="2" name="Imagen 1"/>
          <p:cNvPicPr>
            <a:picLocks noChangeAspect="1"/>
          </p:cNvPicPr>
          <p:nvPr/>
        </p:nvPicPr>
        <p:blipFill>
          <a:blip r:embed="rId2"/>
          <a:stretch>
            <a:fillRect/>
          </a:stretch>
        </p:blipFill>
        <p:spPr>
          <a:xfrm>
            <a:off x="-1" y="718856"/>
            <a:ext cx="7459413" cy="5275544"/>
          </a:xfrm>
          <a:prstGeom prst="rect">
            <a:avLst/>
          </a:prstGeom>
        </p:spPr>
      </p:pic>
    </p:spTree>
    <p:extLst>
      <p:ext uri="{BB962C8B-B14F-4D97-AF65-F5344CB8AC3E}">
        <p14:creationId xmlns:p14="http://schemas.microsoft.com/office/powerpoint/2010/main" val="4321353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p:cNvSpPr txBox="1"/>
          <p:nvPr/>
        </p:nvSpPr>
        <p:spPr>
          <a:xfrm>
            <a:off x="7823200" y="263361"/>
            <a:ext cx="4359564" cy="4062651"/>
          </a:xfrm>
          <a:prstGeom prst="rect">
            <a:avLst/>
          </a:prstGeom>
          <a:solidFill>
            <a:schemeClr val="bg1"/>
          </a:solidFill>
        </p:spPr>
        <p:txBody>
          <a:bodyPr wrap="square" rtlCol="0">
            <a:spAutoFit/>
          </a:bodyPr>
          <a:lstStyle/>
          <a:p>
            <a:pPr algn="ctr"/>
            <a:endParaRPr lang="es-MX" dirty="0"/>
          </a:p>
          <a:p>
            <a:pPr algn="just">
              <a:lnSpc>
                <a:spcPct val="150000"/>
              </a:lnSpc>
            </a:pPr>
            <a:r>
              <a:rPr lang="es-ES" sz="2000" b="1" dirty="0" smtClean="0"/>
              <a:t>Vector</a:t>
            </a:r>
            <a:r>
              <a:rPr lang="es-ES" sz="2000" dirty="0" smtClean="0"/>
              <a:t/>
            </a:r>
            <a:br>
              <a:rPr lang="es-ES" sz="2000" dirty="0" smtClean="0"/>
            </a:br>
            <a:r>
              <a:rPr lang="es-ES" sz="2000" dirty="0"/>
              <a:t>En esta pantalla el usuario puede agregar elementos al vector y también eliminar un valor específico. El vector funciona como una estructura dinámica, y su contenido se actualiza y se muestra en el área de texto después de cada operación.</a:t>
            </a:r>
            <a:endParaRPr lang="es-ES" dirty="0"/>
          </a:p>
        </p:txBody>
      </p:sp>
      <p:pic>
        <p:nvPicPr>
          <p:cNvPr id="2" name="Imagen 1"/>
          <p:cNvPicPr>
            <a:picLocks noChangeAspect="1"/>
          </p:cNvPicPr>
          <p:nvPr/>
        </p:nvPicPr>
        <p:blipFill>
          <a:blip r:embed="rId2"/>
          <a:stretch>
            <a:fillRect/>
          </a:stretch>
        </p:blipFill>
        <p:spPr>
          <a:xfrm>
            <a:off x="0" y="708216"/>
            <a:ext cx="7713082" cy="5350839"/>
          </a:xfrm>
          <a:prstGeom prst="rect">
            <a:avLst/>
          </a:prstGeom>
        </p:spPr>
      </p:pic>
    </p:spTree>
    <p:extLst>
      <p:ext uri="{BB962C8B-B14F-4D97-AF65-F5344CB8AC3E}">
        <p14:creationId xmlns:p14="http://schemas.microsoft.com/office/powerpoint/2010/main" val="22091442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551708" y="979055"/>
            <a:ext cx="8986982" cy="3077766"/>
          </a:xfrm>
          <a:prstGeom prst="rect">
            <a:avLst/>
          </a:prstGeom>
          <a:noFill/>
        </p:spPr>
        <p:txBody>
          <a:bodyPr wrap="square" rtlCol="0">
            <a:spAutoFit/>
          </a:bodyPr>
          <a:lstStyle/>
          <a:p>
            <a:pPr algn="ctr"/>
            <a:r>
              <a:rPr lang="es-MX" sz="3200" b="1" dirty="0" smtClean="0"/>
              <a:t>Conclusión</a:t>
            </a:r>
            <a:endParaRPr lang="es-MX" sz="2800" b="1" dirty="0"/>
          </a:p>
          <a:p>
            <a:pPr algn="just"/>
            <a:endParaRPr lang="es-MX" dirty="0" smtClean="0"/>
          </a:p>
          <a:p>
            <a:pPr algn="just">
              <a:lnSpc>
                <a:spcPct val="150000"/>
              </a:lnSpc>
            </a:pPr>
            <a:r>
              <a:rPr lang="es-ES" sz="2400" dirty="0"/>
              <a:t>Las pantallas desarrolladas en </a:t>
            </a:r>
            <a:r>
              <a:rPr lang="es-ES" sz="2400" dirty="0" err="1"/>
              <a:t>Scene</a:t>
            </a:r>
            <a:r>
              <a:rPr lang="es-ES" sz="2400" dirty="0"/>
              <a:t> </a:t>
            </a:r>
            <a:r>
              <a:rPr lang="es-ES" sz="2400" dirty="0" err="1"/>
              <a:t>Builder</a:t>
            </a:r>
            <a:r>
              <a:rPr lang="es-ES" sz="2400" dirty="0"/>
              <a:t> permiten interactuar de forma sencilla con las estructuras de datos lineales, comprobando su funcionamiento en tiempo real. Esto facilita el aprendizaje y refuerza la comprensión de cómo se manejan los datos dentro de un programa.</a:t>
            </a:r>
            <a:endParaRPr lang="es-MX" sz="2400" dirty="0"/>
          </a:p>
        </p:txBody>
      </p:sp>
    </p:spTree>
    <p:extLst>
      <p:ext uri="{BB962C8B-B14F-4D97-AF65-F5344CB8AC3E}">
        <p14:creationId xmlns:p14="http://schemas.microsoft.com/office/powerpoint/2010/main" val="15042697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366981" y="969818"/>
            <a:ext cx="8986982" cy="3662541"/>
          </a:xfrm>
          <a:prstGeom prst="rect">
            <a:avLst/>
          </a:prstGeom>
          <a:noFill/>
        </p:spPr>
        <p:txBody>
          <a:bodyPr wrap="square" rtlCol="0">
            <a:spAutoFit/>
          </a:bodyPr>
          <a:lstStyle/>
          <a:p>
            <a:pPr algn="ctr"/>
            <a:r>
              <a:rPr lang="es-MX" sz="3200" b="1" dirty="0" smtClean="0"/>
              <a:t>Fuentes de información </a:t>
            </a:r>
          </a:p>
          <a:p>
            <a:pPr algn="ctr"/>
            <a:endParaRPr lang="es-MX" sz="3200" b="1" dirty="0" smtClean="0"/>
          </a:p>
          <a:p>
            <a:pPr algn="just">
              <a:lnSpc>
                <a:spcPct val="150000"/>
              </a:lnSpc>
            </a:pPr>
            <a:r>
              <a:rPr lang="es-MX" sz="2000" dirty="0" smtClean="0"/>
              <a:t>Todos los ejercicios se iniciaron en la clase de la materia Estructura de datos con la ayuda del Ing. Francisco Javier, t</a:t>
            </a:r>
            <a:r>
              <a:rPr lang="es-ES" sz="2000" dirty="0" err="1" smtClean="0"/>
              <a:t>ambién</a:t>
            </a:r>
            <a:r>
              <a:rPr lang="es-ES" sz="2000" dirty="0" smtClean="0"/>
              <a:t> </a:t>
            </a:r>
            <a:r>
              <a:rPr lang="es-ES" sz="2000" dirty="0"/>
              <a:t>se usaron dos herramientas importantes para realizar los ejercicios, las cuales fueron </a:t>
            </a:r>
            <a:r>
              <a:rPr lang="es-ES" sz="2000" dirty="0" err="1"/>
              <a:t>IntelliJ</a:t>
            </a:r>
            <a:r>
              <a:rPr lang="es-ES" sz="2000" dirty="0"/>
              <a:t> IDEA y </a:t>
            </a:r>
            <a:r>
              <a:rPr lang="es-ES" sz="2000" dirty="0" err="1"/>
              <a:t>Scene</a:t>
            </a:r>
            <a:r>
              <a:rPr lang="es-ES" sz="2000" dirty="0"/>
              <a:t> </a:t>
            </a:r>
            <a:r>
              <a:rPr lang="es-ES" sz="2000" dirty="0" err="1"/>
              <a:t>Builder</a:t>
            </a:r>
            <a:r>
              <a:rPr lang="es-ES" sz="2000" dirty="0"/>
              <a:t>. </a:t>
            </a:r>
            <a:r>
              <a:rPr lang="es-ES" sz="2000" dirty="0" err="1"/>
              <a:t>IntelliJ</a:t>
            </a:r>
            <a:r>
              <a:rPr lang="es-ES" sz="2000" dirty="0"/>
              <a:t> IDEA se utilizó </a:t>
            </a:r>
            <a:r>
              <a:rPr lang="es-ES" sz="2000" dirty="0" smtClean="0"/>
              <a:t>para </a:t>
            </a:r>
            <a:r>
              <a:rPr lang="es-ES" sz="2000" dirty="0"/>
              <a:t>escribir, organizar y ejecutar el código en Java, mientras que </a:t>
            </a:r>
            <a:r>
              <a:rPr lang="es-ES" sz="2000" dirty="0" err="1"/>
              <a:t>Scene</a:t>
            </a:r>
            <a:r>
              <a:rPr lang="es-ES" sz="2000" dirty="0"/>
              <a:t> </a:t>
            </a:r>
            <a:r>
              <a:rPr lang="es-ES" sz="2000" dirty="0" err="1"/>
              <a:t>Builder</a:t>
            </a:r>
            <a:r>
              <a:rPr lang="es-ES" sz="2000" dirty="0"/>
              <a:t> se empleó para diseñar las interfaces gráficas de forma </a:t>
            </a:r>
            <a:r>
              <a:rPr lang="es-ES" sz="2000" dirty="0" smtClean="0"/>
              <a:t>visual.</a:t>
            </a:r>
            <a:endParaRPr lang="es-MX" dirty="0" smtClean="0"/>
          </a:p>
          <a:p>
            <a:pPr algn="just"/>
            <a:endParaRPr lang="es-MX" dirty="0" smtClean="0"/>
          </a:p>
        </p:txBody>
      </p:sp>
    </p:spTree>
    <p:extLst>
      <p:ext uri="{BB962C8B-B14F-4D97-AF65-F5344CB8AC3E}">
        <p14:creationId xmlns:p14="http://schemas.microsoft.com/office/powerpoint/2010/main" val="2983790221"/>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420</TotalTime>
  <Words>330</Words>
  <Application>Microsoft Office PowerPoint</Application>
  <PresentationFormat>Panorámica</PresentationFormat>
  <Paragraphs>40</Paragraphs>
  <Slides>11</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11</vt:i4>
      </vt:variant>
    </vt:vector>
  </HeadingPairs>
  <TitlesOfParts>
    <vt:vector size="17" baseType="lpstr">
      <vt:lpstr>Arial</vt:lpstr>
      <vt:lpstr>Arial Narrow</vt:lpstr>
      <vt:lpstr>Calibri</vt:lpstr>
      <vt:lpstr>Calibri Light</vt:lpstr>
      <vt:lpstr>Times New Roman</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company</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Full name</dc:creator>
  <cp:lastModifiedBy>Full name</cp:lastModifiedBy>
  <cp:revision>15</cp:revision>
  <dcterms:created xsi:type="dcterms:W3CDTF">2025-12-13T00:56:47Z</dcterms:created>
  <dcterms:modified xsi:type="dcterms:W3CDTF">2025-12-15T04:12:20Z</dcterms:modified>
</cp:coreProperties>
</file>